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D9AFA3"/>
    <a:srgbClr val="E59EDD"/>
    <a:srgbClr val="FCB04A"/>
    <a:srgbClr val="A8F6FE"/>
    <a:srgbClr val="FFFF89"/>
    <a:srgbClr val="46B1E1"/>
    <a:srgbClr val="FFFFFF"/>
    <a:srgbClr val="FD5FEA"/>
    <a:srgbClr val="FC0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29A9-E944-459A-A902-19A3AFC66D15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696F9-EEFB-4FF6-ACEC-AE53924595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984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696F9-EEFB-4FF6-ACEC-AE53924595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493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6D68B-7E6B-FD79-713A-FDF073ACC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803A6D-EE48-3F15-9086-50839303C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E7862E-2016-3555-8F5C-682E655B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589ED-17A5-A3ED-1CD8-B1D4F39A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DCA260-73A2-3EA0-6ADC-C70520F5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993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040FC-B9C9-642C-6D0A-BE02A013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86A990-51F5-2A3E-AC46-027160AA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8176C8-AC6A-83F4-4AEA-87253990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F44103-4CBD-BC63-7010-1CFE8D6D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394CC1-0638-4DD0-4A49-24F8CEB7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692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38688-9CBB-FD2D-7801-241883C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73320E-A2D1-67F6-4940-0CFC9768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2D588A-0BCF-09CB-81C1-E9EAAAE0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7569F-A3D0-AACC-1DD3-63100893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B56AD5-AE67-2A09-B1AF-8D2FCB55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22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AA015-F535-460A-ED30-91F7435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379723-5F45-0F21-001C-83E718664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E9ABDE-1F51-BF68-2A96-84147C27D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1E46CA-E8B4-3EC0-CEAE-D4A073EC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E2FA4B-CD50-871C-6E8C-1A38E180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68018B-51D3-D6C8-5B0A-2FD6C56D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14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B30FC-BFFB-4532-B080-F3E7CBBF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20D93-45FA-3751-ED78-541FE0884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633C04-CD2C-6A04-4923-837F3D172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A89587-DFBD-9830-382F-DF4A34FD4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CF00D54-ED36-EF53-D4C1-7BC079D2C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0D384F-B769-28D0-3F50-139431A2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5BD615-C715-EBA5-D483-314AA3C6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0D44E8-F727-6064-22E1-6A976B8B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054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75221-624F-1484-95AF-576E6397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5B0617-A233-4C66-C8D2-0103CF64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49556C-0A31-FC82-4C60-D9D486F0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FAB43F-58CA-48C0-B21F-157706FF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9483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027CA26-B9C5-C1B8-5D0A-558B242C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132143-B482-4DEF-D22B-6B4B7379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C44B76-D089-22BD-538D-C96833D6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803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739C1-2A28-71DB-8ADD-8578FE83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6766C0-BDBF-86EE-FF4A-8F61A45FE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91B4CF-5A22-55A6-858E-7D7D167B0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F79391-BE97-5106-DBA8-44838861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F09D93-3E33-3B72-EDCE-5B4A88C0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6EFB76-48DC-66AE-907F-8BEA7A8F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948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2AD03-1C30-4E46-020C-CD863AAD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4FC0233-22A2-9850-693D-3CD664D82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DE8101-7162-D4CE-5C97-2735D936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17A969-3C8A-BCCE-6D1E-2098D56D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6C170-BB41-40B8-124A-6A6DA3C3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16DAAA-EB54-24C1-D0B6-C39452AD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14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C40E8-B6DA-A7B9-8A10-FF4B600F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2D4066-4DF6-823E-72E2-50FBCFD57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2C888C-0DD0-20B9-0319-E363F8F7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4C3CCC-7C43-08AD-7277-0A6E10CA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7250B4-0704-2216-279D-50332A4E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283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D19A14-F8E1-5FF2-FB80-D81868925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986825-47FA-037C-DDAB-1E5EE14D0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EDEF0-9EAD-C571-E845-536BA4A1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2EDDB9-9B6B-7E1F-B31F-8FF4B773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2BDC41-C9CA-63DA-C811-C7578820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965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9E5FE3-C73E-8F95-F3E8-667AB4A9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D5BFD3-2633-1628-A27C-9E345DEF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6AA17-AD11-D934-A331-5F00E35FD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4D19-1CBA-428A-9FFC-0CBF0660AB44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3E052-AC53-B765-2D34-78CA052FA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14F51F-B8C8-9FB6-09BD-FB9FF91BD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8DAEA-23C6-42B7-BC63-55AC4569724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171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9DD63C3-4041-B621-257C-8CBA00FC863D}"/>
              </a:ext>
            </a:extLst>
          </p:cNvPr>
          <p:cNvSpPr/>
          <p:nvPr/>
        </p:nvSpPr>
        <p:spPr>
          <a:xfrm>
            <a:off x="84000" y="99000"/>
            <a:ext cx="12024000" cy="6660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4BA6077-FDDA-279A-7A20-38AF31F7B406}"/>
              </a:ext>
            </a:extLst>
          </p:cNvPr>
          <p:cNvSpPr/>
          <p:nvPr/>
        </p:nvSpPr>
        <p:spPr>
          <a:xfrm>
            <a:off x="1724367" y="1699493"/>
            <a:ext cx="2449596" cy="401281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FF0C754-C05D-418C-A59C-556A1FE37C23}"/>
              </a:ext>
            </a:extLst>
          </p:cNvPr>
          <p:cNvCxnSpPr>
            <a:cxnSpLocks/>
          </p:cNvCxnSpPr>
          <p:nvPr/>
        </p:nvCxnSpPr>
        <p:spPr>
          <a:xfrm>
            <a:off x="6096000" y="358200"/>
            <a:ext cx="0" cy="6138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8C08DC82-E3E5-C295-4B36-E17478286701}"/>
              </a:ext>
            </a:extLst>
          </p:cNvPr>
          <p:cNvSpPr txBox="1"/>
          <p:nvPr/>
        </p:nvSpPr>
        <p:spPr>
          <a:xfrm>
            <a:off x="83999" y="187857"/>
            <a:ext cx="6011997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3200" b="1" dirty="0"/>
              <a:t>Computermaus -  Funktion</a:t>
            </a:r>
            <a:endParaRPr lang="de-AT" sz="3200" b="1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0C7538A-6778-3BE2-1563-ECACF25B1BB2}"/>
              </a:ext>
            </a:extLst>
          </p:cNvPr>
          <p:cNvSpPr txBox="1"/>
          <p:nvPr/>
        </p:nvSpPr>
        <p:spPr>
          <a:xfrm>
            <a:off x="6095996" y="187856"/>
            <a:ext cx="6012004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3200" b="1" dirty="0"/>
              <a:t>Computermaus im  Controller</a:t>
            </a:r>
            <a:endParaRPr lang="de-AT" sz="3200" b="1" dirty="0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A31283C-E54D-F3F5-2F15-70482FDEEF26}"/>
              </a:ext>
            </a:extLst>
          </p:cNvPr>
          <p:cNvCxnSpPr>
            <a:cxnSpLocks/>
          </p:cNvCxnSpPr>
          <p:nvPr/>
        </p:nvCxnSpPr>
        <p:spPr>
          <a:xfrm>
            <a:off x="1828800" y="2915313"/>
            <a:ext cx="225910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5B6EDFD-5682-2074-B3C3-8906077A324C}"/>
              </a:ext>
            </a:extLst>
          </p:cNvPr>
          <p:cNvCxnSpPr>
            <a:cxnSpLocks/>
          </p:cNvCxnSpPr>
          <p:nvPr/>
        </p:nvCxnSpPr>
        <p:spPr>
          <a:xfrm>
            <a:off x="2927648" y="1699493"/>
            <a:ext cx="0" cy="120068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feil: nach oben 48">
            <a:extLst>
              <a:ext uri="{FF2B5EF4-FFF2-40B4-BE49-F238E27FC236}">
                <a16:creationId xmlns:a16="http://schemas.microsoft.com/office/drawing/2014/main" id="{9CD7ACC4-9D51-14A9-F936-81187511C06D}"/>
              </a:ext>
            </a:extLst>
          </p:cNvPr>
          <p:cNvSpPr/>
          <p:nvPr/>
        </p:nvSpPr>
        <p:spPr>
          <a:xfrm>
            <a:off x="2511626" y="743299"/>
            <a:ext cx="853559" cy="86061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0" name="Pfeil: nach oben 49">
            <a:extLst>
              <a:ext uri="{FF2B5EF4-FFF2-40B4-BE49-F238E27FC236}">
                <a16:creationId xmlns:a16="http://schemas.microsoft.com/office/drawing/2014/main" id="{DA21DE7B-6FD5-33F3-70EC-BB23139D9DAF}"/>
              </a:ext>
            </a:extLst>
          </p:cNvPr>
          <p:cNvSpPr/>
          <p:nvPr/>
        </p:nvSpPr>
        <p:spPr>
          <a:xfrm rot="5400000">
            <a:off x="4567367" y="3275593"/>
            <a:ext cx="853559" cy="86061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1" name="Pfeil: nach oben 50">
            <a:extLst>
              <a:ext uri="{FF2B5EF4-FFF2-40B4-BE49-F238E27FC236}">
                <a16:creationId xmlns:a16="http://schemas.microsoft.com/office/drawing/2014/main" id="{D43B890E-D51D-221D-2A09-B3F6E446C467}"/>
              </a:ext>
            </a:extLst>
          </p:cNvPr>
          <p:cNvSpPr/>
          <p:nvPr/>
        </p:nvSpPr>
        <p:spPr>
          <a:xfrm rot="-5400000">
            <a:off x="477404" y="3350900"/>
            <a:ext cx="853559" cy="86061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2" name="Pfeil: nach oben 51">
            <a:extLst>
              <a:ext uri="{FF2B5EF4-FFF2-40B4-BE49-F238E27FC236}">
                <a16:creationId xmlns:a16="http://schemas.microsoft.com/office/drawing/2014/main" id="{0AB05557-5F3B-734F-D185-F9AE353B4215}"/>
              </a:ext>
            </a:extLst>
          </p:cNvPr>
          <p:cNvSpPr/>
          <p:nvPr/>
        </p:nvSpPr>
        <p:spPr>
          <a:xfrm rot="10800000">
            <a:off x="2534709" y="5805347"/>
            <a:ext cx="853559" cy="86061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707AB865-B748-F09B-AAB8-B9C37D48AE3E}"/>
              </a:ext>
            </a:extLst>
          </p:cNvPr>
          <p:cNvSpPr/>
          <p:nvPr/>
        </p:nvSpPr>
        <p:spPr>
          <a:xfrm>
            <a:off x="7767829" y="1831877"/>
            <a:ext cx="2668338" cy="935915"/>
          </a:xfrm>
          <a:prstGeom prst="ellipse">
            <a:avLst/>
          </a:prstGeom>
          <a:solidFill>
            <a:srgbClr val="40404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16FFF864-1858-C335-2710-0177BDF0D76C}"/>
              </a:ext>
            </a:extLst>
          </p:cNvPr>
          <p:cNvSpPr/>
          <p:nvPr/>
        </p:nvSpPr>
        <p:spPr>
          <a:xfrm>
            <a:off x="7767829" y="2262815"/>
            <a:ext cx="2668336" cy="914400"/>
          </a:xfrm>
          <a:prstGeom prst="rect">
            <a:avLst/>
          </a:prstGeom>
          <a:solidFill>
            <a:srgbClr val="40404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8AEDC82-D729-615E-446F-5672A740DB85}"/>
              </a:ext>
            </a:extLst>
          </p:cNvPr>
          <p:cNvSpPr/>
          <p:nvPr/>
        </p:nvSpPr>
        <p:spPr>
          <a:xfrm>
            <a:off x="8988041" y="3154354"/>
            <a:ext cx="227918" cy="45719"/>
          </a:xfrm>
          <a:prstGeom prst="rect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6FA284FB-3F37-3ECE-D909-E98DBF2E40F2}"/>
              </a:ext>
            </a:extLst>
          </p:cNvPr>
          <p:cNvSpPr/>
          <p:nvPr/>
        </p:nvSpPr>
        <p:spPr>
          <a:xfrm>
            <a:off x="8651997" y="3208684"/>
            <a:ext cx="900000" cy="90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17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7" name="Pfeil: nach rechts 56">
            <a:extLst>
              <a:ext uri="{FF2B5EF4-FFF2-40B4-BE49-F238E27FC236}">
                <a16:creationId xmlns:a16="http://schemas.microsoft.com/office/drawing/2014/main" id="{9D5AEAF2-B5AF-CF55-DD62-1D1E8A4A82A4}"/>
              </a:ext>
            </a:extLst>
          </p:cNvPr>
          <p:cNvSpPr/>
          <p:nvPr/>
        </p:nvSpPr>
        <p:spPr>
          <a:xfrm>
            <a:off x="10297396" y="3237940"/>
            <a:ext cx="1139056" cy="9359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8" name="Pfeil: nach rechts 57">
            <a:extLst>
              <a:ext uri="{FF2B5EF4-FFF2-40B4-BE49-F238E27FC236}">
                <a16:creationId xmlns:a16="http://schemas.microsoft.com/office/drawing/2014/main" id="{52CB7821-A9FE-C275-9419-35AC2C107D07}"/>
              </a:ext>
            </a:extLst>
          </p:cNvPr>
          <p:cNvSpPr/>
          <p:nvPr/>
        </p:nvSpPr>
        <p:spPr>
          <a:xfrm rot="10800000">
            <a:off x="6767542" y="3242843"/>
            <a:ext cx="1139056" cy="9359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Pfeil: nach links gekrümmt 2">
            <a:extLst>
              <a:ext uri="{FF2B5EF4-FFF2-40B4-BE49-F238E27FC236}">
                <a16:creationId xmlns:a16="http://schemas.microsoft.com/office/drawing/2014/main" id="{C028D039-D6A7-9868-5AD4-FC89BFC1D234}"/>
              </a:ext>
            </a:extLst>
          </p:cNvPr>
          <p:cNvSpPr/>
          <p:nvPr/>
        </p:nvSpPr>
        <p:spPr>
          <a:xfrm>
            <a:off x="6904778" y="4689468"/>
            <a:ext cx="877146" cy="111442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5" name="Pfeil: nach links gekrümmt 4">
            <a:extLst>
              <a:ext uri="{FF2B5EF4-FFF2-40B4-BE49-F238E27FC236}">
                <a16:creationId xmlns:a16="http://schemas.microsoft.com/office/drawing/2014/main" id="{B5B0F2B0-3B4A-1BE8-1778-21BF398A78DC}"/>
              </a:ext>
            </a:extLst>
          </p:cNvPr>
          <p:cNvSpPr/>
          <p:nvPr/>
        </p:nvSpPr>
        <p:spPr>
          <a:xfrm flipH="1">
            <a:off x="10428351" y="4689469"/>
            <a:ext cx="877146" cy="111442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10" name="Pfeil: nach links und rechts 9">
            <a:extLst>
              <a:ext uri="{FF2B5EF4-FFF2-40B4-BE49-F238E27FC236}">
                <a16:creationId xmlns:a16="http://schemas.microsoft.com/office/drawing/2014/main" id="{FA67AFD4-1B3C-8278-CBBA-F5FB1F33B730}"/>
              </a:ext>
            </a:extLst>
          </p:cNvPr>
          <p:cNvSpPr/>
          <p:nvPr/>
        </p:nvSpPr>
        <p:spPr>
          <a:xfrm>
            <a:off x="8039741" y="5100938"/>
            <a:ext cx="2124519" cy="291484"/>
          </a:xfrm>
          <a:prstGeom prst="leftRightArrow">
            <a:avLst/>
          </a:prstGeom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63D915-7629-1C56-4784-79812F9614A5}"/>
              </a:ext>
            </a:extLst>
          </p:cNvPr>
          <p:cNvSpPr txBox="1"/>
          <p:nvPr/>
        </p:nvSpPr>
        <p:spPr>
          <a:xfrm>
            <a:off x="8039742" y="5332744"/>
            <a:ext cx="2124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Drehrichtung</a:t>
            </a:r>
            <a:endParaRPr lang="de-AT" sz="1600" b="1" dirty="0"/>
          </a:p>
        </p:txBody>
      </p:sp>
      <p:sp>
        <p:nvSpPr>
          <p:cNvPr id="14" name="Pfeil: nach oben 13">
            <a:extLst>
              <a:ext uri="{FF2B5EF4-FFF2-40B4-BE49-F238E27FC236}">
                <a16:creationId xmlns:a16="http://schemas.microsoft.com/office/drawing/2014/main" id="{211A3B49-33D3-C46E-EDD7-86C7BCBB7F83}"/>
              </a:ext>
            </a:extLst>
          </p:cNvPr>
          <p:cNvSpPr/>
          <p:nvPr/>
        </p:nvSpPr>
        <p:spPr>
          <a:xfrm>
            <a:off x="8905550" y="4173855"/>
            <a:ext cx="392894" cy="3954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4101DC1-BB77-C545-047C-A4AC1430F1EF}"/>
              </a:ext>
            </a:extLst>
          </p:cNvPr>
          <p:cNvSpPr txBox="1"/>
          <p:nvPr/>
        </p:nvSpPr>
        <p:spPr>
          <a:xfrm>
            <a:off x="8039742" y="4605295"/>
            <a:ext cx="2124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Drehstab</a:t>
            </a:r>
            <a:endParaRPr lang="de-AT" sz="1600" b="1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6943E3D-ED05-6163-B34A-ED0E19F2780C}"/>
              </a:ext>
            </a:extLst>
          </p:cNvPr>
          <p:cNvSpPr/>
          <p:nvPr/>
        </p:nvSpPr>
        <p:spPr>
          <a:xfrm>
            <a:off x="2787810" y="2536395"/>
            <a:ext cx="279676" cy="462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877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Schaar Nikita</dc:creator>
  <cp:lastModifiedBy>Schaar Nikita</cp:lastModifiedBy>
  <cp:revision>53</cp:revision>
  <dcterms:created xsi:type="dcterms:W3CDTF">2026-01-08T09:53:58Z</dcterms:created>
  <dcterms:modified xsi:type="dcterms:W3CDTF">2026-02-22T19:00:51Z</dcterms:modified>
</cp:coreProperties>
</file>