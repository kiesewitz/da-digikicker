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AFA3"/>
    <a:srgbClr val="E59EDD"/>
    <a:srgbClr val="FCB04A"/>
    <a:srgbClr val="A8F6FE"/>
    <a:srgbClr val="FFFF89"/>
    <a:srgbClr val="46B1E1"/>
    <a:srgbClr val="FFFFFF"/>
    <a:srgbClr val="FD5FEA"/>
    <a:srgbClr val="FC04DE"/>
    <a:srgbClr val="FF3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929A9-E944-459A-A902-19A3AFC66D15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696F9-EEFB-4FF6-ACEC-AE539245953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49840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696F9-EEFB-4FF6-ACEC-AE5392459537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4937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26D68B-7E6B-FD79-713A-FDF073ACC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6803A6D-EE48-3F15-9086-50839303CF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E7862E-2016-3555-8F5C-682E655BD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3589ED-17A5-A3ED-1CD8-B1D4F39AA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DCA260-73A2-3EA0-6ADC-C70520F55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99936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9040FC-B9C9-642C-6D0A-BE02A0139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86A990-51F5-2A3E-AC46-027160AA9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8176C8-AC6A-83F4-4AEA-87253990F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F44103-4CBD-BC63-7010-1CFE8D6DD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394CC1-0638-4DD0-4A49-24F8CEB7F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96929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F38688-9CBB-FD2D-7801-241883C0D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C73320E-A2D1-67F6-4940-0CFC9768C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2D588A-0BCF-09CB-81C1-E9EAAAE04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B7569F-A3D0-AACC-1DD3-631008934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B56AD5-AE67-2A09-B1AF-8D2FCB555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22207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FAA015-F535-460A-ED30-91F74351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379723-5F45-0F21-001C-83E7186643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CE9ABDE-1F51-BF68-2A96-84147C27D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F1E46CA-E8B4-3EC0-CEAE-D4A073EC4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2E2FA4B-CD50-871C-6E8C-1A38E180F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C68018B-51D3-D6C8-5B0A-2FD6C56DC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11492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6B30FC-BFFB-4532-B080-F3E7CBBF7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D20D93-45FA-3751-ED78-541FE0884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2633C04-CD2C-6A04-4923-837F3D172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A89587-DFBD-9830-382F-DF4A34FD4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CF00D54-ED36-EF53-D4C1-7BC079D2CF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10D384F-B769-28D0-3F50-139431A24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85BD615-C715-EBA5-D483-314AA3C6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00D44E8-F727-6064-22E1-6A976B8BF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50541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875221-624F-1484-95AF-576E6397F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25B0617-A233-4C66-C8D2-0103CF649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49556C-0A31-FC82-4C60-D9D486F01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1FAB43F-58CA-48C0-B21F-157706FF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94836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27CA26-B9C5-C1B8-5D0A-558B242CE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2132143-B482-4DEF-D22B-6B4B73792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C44B76-D089-22BD-538D-C96833D68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9803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8739C1-2A28-71DB-8ADD-8578FE83F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6766C0-BDBF-86EE-FF4A-8F61A45FE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91B4CF-5A22-55A6-858E-7D7D167B0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5F79391-BE97-5106-DBA8-44838861F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F09D93-3E33-3B72-EDCE-5B4A88C06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96EFB76-48DC-66AE-907F-8BEA7A8F3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2948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72AD03-1C30-4E46-020C-CD863AAD4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4FC0233-22A2-9850-693D-3CD664D82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DE8101-7162-D4CE-5C97-2735D936F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817A969-3C8A-BCCE-6D1E-2098D56DF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AE6C170-BB41-40B8-124A-6A6DA3C34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16DAAA-EB54-24C1-D0B6-C39452AD7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51408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5C40E8-B6DA-A7B9-8A10-FF4B600F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2D4066-4DF6-823E-72E2-50FBCFD57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2C888C-0DD0-20B9-0319-E363F8F73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4C3CCC-7C43-08AD-7277-0A6E10CA7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7250B4-0704-2216-279D-50332A4E2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72831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ED19A14-F8E1-5FF2-FB80-D81868925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6986825-47FA-037C-DDAB-1E5EE14D0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FEDEF0-9EAD-C571-E845-536BA4A17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2EDDB9-9B6B-7E1F-B31F-8FF4B7737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2BDC41-C9CA-63DA-C811-C7578820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39655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79E5FE3-C73E-8F95-F3E8-667AB4A98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D5BFD3-2633-1628-A27C-9E345DEF2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E6AA17-AD11-D934-A331-5F00E35FD8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454D19-1CBA-428A-9FFC-0CBF0660AB44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83E052-AC53-B765-2D34-78CA052FA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14F51F-B8C8-9FB6-09BD-FB9FF91BD2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8171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9DD63C3-4041-B621-257C-8CBA00FC863D}"/>
              </a:ext>
            </a:extLst>
          </p:cNvPr>
          <p:cNvSpPr/>
          <p:nvPr/>
        </p:nvSpPr>
        <p:spPr>
          <a:xfrm>
            <a:off x="84000" y="99000"/>
            <a:ext cx="12024000" cy="66600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94AF2A5-B06D-83E2-368D-35216E42C738}"/>
              </a:ext>
            </a:extLst>
          </p:cNvPr>
          <p:cNvSpPr/>
          <p:nvPr/>
        </p:nvSpPr>
        <p:spPr>
          <a:xfrm>
            <a:off x="2397568" y="2637000"/>
            <a:ext cx="1893600" cy="1893600"/>
          </a:xfrm>
          <a:prstGeom prst="rect">
            <a:avLst/>
          </a:prstGeom>
          <a:solidFill>
            <a:srgbClr val="FF3F3F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400" b="1" dirty="0">
                <a:solidFill>
                  <a:schemeClr val="tx1"/>
                </a:solidFill>
              </a:rPr>
              <a:t>CPU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BA39376-6BF7-8A0C-D66A-C3957568D242}"/>
              </a:ext>
            </a:extLst>
          </p:cNvPr>
          <p:cNvSpPr txBox="1"/>
          <p:nvPr/>
        </p:nvSpPr>
        <p:spPr>
          <a:xfrm>
            <a:off x="7542996" y="330270"/>
            <a:ext cx="3959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3600" b="1" dirty="0"/>
              <a:t>Mikrocontroller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66D76D7-103B-E8DD-C720-401F4530A489}"/>
              </a:ext>
            </a:extLst>
          </p:cNvPr>
          <p:cNvSpPr/>
          <p:nvPr/>
        </p:nvSpPr>
        <p:spPr>
          <a:xfrm>
            <a:off x="2397568" y="1487054"/>
            <a:ext cx="1893600" cy="7462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400" b="1" dirty="0">
                <a:solidFill>
                  <a:schemeClr val="tx1"/>
                </a:solidFill>
              </a:rPr>
              <a:t>Input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C7AE37A9-ACF9-9943-7D5C-8E25619F5C58}"/>
              </a:ext>
            </a:extLst>
          </p:cNvPr>
          <p:cNvCxnSpPr>
            <a:cxnSpLocks/>
            <a:stCxn id="5" idx="2"/>
            <a:endCxn id="3" idx="0"/>
          </p:cNvCxnSpPr>
          <p:nvPr/>
        </p:nvCxnSpPr>
        <p:spPr>
          <a:xfrm>
            <a:off x="3344368" y="2233343"/>
            <a:ext cx="0" cy="40365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8FBD45EA-F90A-B44F-FE8C-CD04B39D3524}"/>
              </a:ext>
            </a:extLst>
          </p:cNvPr>
          <p:cNvSpPr/>
          <p:nvPr/>
        </p:nvSpPr>
        <p:spPr>
          <a:xfrm>
            <a:off x="188302" y="3111736"/>
            <a:ext cx="1920240" cy="9421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400" b="1" dirty="0" err="1">
                <a:solidFill>
                  <a:schemeClr val="tx1"/>
                </a:solidFill>
              </a:rPr>
              <a:t>Timer</a:t>
            </a:r>
            <a:endParaRPr lang="de-AT" sz="2400" b="1" dirty="0">
              <a:solidFill>
                <a:schemeClr val="tx1"/>
              </a:solidFill>
            </a:endParaRP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7FF5E737-0F2B-4314-3F1A-D0359C75F20B}"/>
              </a:ext>
            </a:extLst>
          </p:cNvPr>
          <p:cNvCxnSpPr>
            <a:stCxn id="8" idx="3"/>
            <a:endCxn id="3" idx="1"/>
          </p:cNvCxnSpPr>
          <p:nvPr/>
        </p:nvCxnSpPr>
        <p:spPr>
          <a:xfrm>
            <a:off x="2108542" y="3582790"/>
            <a:ext cx="289026" cy="101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B66A11C2-8C47-9B1A-128B-D0419D879F05}"/>
              </a:ext>
            </a:extLst>
          </p:cNvPr>
          <p:cNvSpPr/>
          <p:nvPr/>
        </p:nvSpPr>
        <p:spPr>
          <a:xfrm>
            <a:off x="3529088" y="4934257"/>
            <a:ext cx="1548000" cy="746289"/>
          </a:xfrm>
          <a:prstGeom prst="rect">
            <a:avLst/>
          </a:prstGeom>
          <a:solidFill>
            <a:srgbClr val="FCB04A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000" b="1" dirty="0">
                <a:solidFill>
                  <a:schemeClr val="tx1"/>
                </a:solidFill>
              </a:rPr>
              <a:t>Serielles</a:t>
            </a:r>
            <a:br>
              <a:rPr lang="de-AT" sz="2000" b="1" dirty="0">
                <a:solidFill>
                  <a:schemeClr val="tx1"/>
                </a:solidFill>
              </a:rPr>
            </a:br>
            <a:r>
              <a:rPr lang="de-AT" sz="2000" b="1" dirty="0">
                <a:solidFill>
                  <a:schemeClr val="tx1"/>
                </a:solidFill>
              </a:rPr>
              <a:t>Interface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EB88271-09FA-E251-7CC1-35B1A797EF69}"/>
              </a:ext>
            </a:extLst>
          </p:cNvPr>
          <p:cNvSpPr/>
          <p:nvPr/>
        </p:nvSpPr>
        <p:spPr>
          <a:xfrm>
            <a:off x="1611648" y="4934257"/>
            <a:ext cx="1548000" cy="746289"/>
          </a:xfrm>
          <a:prstGeom prst="rect">
            <a:avLst/>
          </a:prstGeom>
          <a:solidFill>
            <a:srgbClr val="46B1E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400" b="1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5D33E5D-3FD7-F0E2-B859-3A8D065610FE}"/>
              </a:ext>
            </a:extLst>
          </p:cNvPr>
          <p:cNvSpPr/>
          <p:nvPr/>
        </p:nvSpPr>
        <p:spPr>
          <a:xfrm>
            <a:off x="4731640" y="3713018"/>
            <a:ext cx="1920240" cy="681652"/>
          </a:xfrm>
          <a:prstGeom prst="rect">
            <a:avLst/>
          </a:prstGeom>
          <a:solidFill>
            <a:srgbClr val="A8F6F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400" b="1" dirty="0">
                <a:solidFill>
                  <a:schemeClr val="tx1"/>
                </a:solidFill>
              </a:rPr>
              <a:t>ROM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381FC6C2-9CD5-CA7D-A2CA-9EADD9045C67}"/>
              </a:ext>
            </a:extLst>
          </p:cNvPr>
          <p:cNvSpPr/>
          <p:nvPr/>
        </p:nvSpPr>
        <p:spPr>
          <a:xfrm>
            <a:off x="4731640" y="2769123"/>
            <a:ext cx="1920240" cy="681652"/>
          </a:xfrm>
          <a:prstGeom prst="rect">
            <a:avLst/>
          </a:prstGeom>
          <a:solidFill>
            <a:srgbClr val="FFFF89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400" b="1" dirty="0">
                <a:solidFill>
                  <a:schemeClr val="tx1"/>
                </a:solidFill>
              </a:rPr>
              <a:t>RAM</a:t>
            </a:r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AB89E93F-66ED-6FCF-D846-960A0AF7681E}"/>
              </a:ext>
            </a:extLst>
          </p:cNvPr>
          <p:cNvCxnSpPr>
            <a:stCxn id="18" idx="1"/>
          </p:cNvCxnSpPr>
          <p:nvPr/>
        </p:nvCxnSpPr>
        <p:spPr>
          <a:xfrm flipH="1">
            <a:off x="4301907" y="4053844"/>
            <a:ext cx="429733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33B7C9EC-62FC-AA4C-D9E1-E396D9CD3413}"/>
              </a:ext>
            </a:extLst>
          </p:cNvPr>
          <p:cNvCxnSpPr>
            <a:cxnSpLocks/>
          </p:cNvCxnSpPr>
          <p:nvPr/>
        </p:nvCxnSpPr>
        <p:spPr>
          <a:xfrm flipH="1">
            <a:off x="4281932" y="3109949"/>
            <a:ext cx="440472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2AAA812F-95CE-86E0-E280-BBE293A36146}"/>
              </a:ext>
            </a:extLst>
          </p:cNvPr>
          <p:cNvCxnSpPr>
            <a:cxnSpLocks/>
          </p:cNvCxnSpPr>
          <p:nvPr/>
        </p:nvCxnSpPr>
        <p:spPr>
          <a:xfrm flipV="1">
            <a:off x="2755088" y="4530600"/>
            <a:ext cx="0" cy="403657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59DA7266-2AF4-3BA8-F0EE-354587762A92}"/>
              </a:ext>
            </a:extLst>
          </p:cNvPr>
          <p:cNvCxnSpPr>
            <a:cxnSpLocks/>
          </p:cNvCxnSpPr>
          <p:nvPr/>
        </p:nvCxnSpPr>
        <p:spPr>
          <a:xfrm flipV="1">
            <a:off x="3933648" y="4530600"/>
            <a:ext cx="0" cy="403657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0A994A50-2318-F991-7094-3B0D07226B67}"/>
              </a:ext>
            </a:extLst>
          </p:cNvPr>
          <p:cNvSpPr/>
          <p:nvPr/>
        </p:nvSpPr>
        <p:spPr>
          <a:xfrm>
            <a:off x="7758560" y="1207871"/>
            <a:ext cx="3528000" cy="504000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2400" b="1" dirty="0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29B93AF1-DEFD-5F17-5373-6FB8C2769D32}"/>
              </a:ext>
            </a:extLst>
          </p:cNvPr>
          <p:cNvSpPr/>
          <p:nvPr/>
        </p:nvSpPr>
        <p:spPr>
          <a:xfrm>
            <a:off x="7958919" y="1487054"/>
            <a:ext cx="1440000" cy="971676"/>
          </a:xfrm>
          <a:prstGeom prst="rect">
            <a:avLst/>
          </a:prstGeom>
          <a:solidFill>
            <a:srgbClr val="FF3F3F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400" b="1" dirty="0">
                <a:solidFill>
                  <a:schemeClr val="tx1"/>
                </a:solidFill>
              </a:rPr>
              <a:t>CPU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C8F040DA-8017-CC00-DB8B-34FBBC11C312}"/>
              </a:ext>
            </a:extLst>
          </p:cNvPr>
          <p:cNvSpPr/>
          <p:nvPr/>
        </p:nvSpPr>
        <p:spPr>
          <a:xfrm>
            <a:off x="7958919" y="2649537"/>
            <a:ext cx="1440000" cy="971676"/>
          </a:xfrm>
          <a:prstGeom prst="rect">
            <a:avLst/>
          </a:prstGeom>
          <a:solidFill>
            <a:srgbClr val="46B1E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400" b="1" dirty="0">
                <a:solidFill>
                  <a:schemeClr val="tx1"/>
                </a:solidFill>
              </a:rPr>
              <a:t>I/O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15E34EA-3F67-4F27-E2B4-7BCE6CE68954}"/>
              </a:ext>
            </a:extLst>
          </p:cNvPr>
          <p:cNvSpPr/>
          <p:nvPr/>
        </p:nvSpPr>
        <p:spPr>
          <a:xfrm>
            <a:off x="7953933" y="3812020"/>
            <a:ext cx="1440000" cy="971676"/>
          </a:xfrm>
          <a:prstGeom prst="rect">
            <a:avLst/>
          </a:prstGeom>
          <a:solidFill>
            <a:srgbClr val="FFFF89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400" b="1" dirty="0">
                <a:solidFill>
                  <a:schemeClr val="tx1"/>
                </a:solidFill>
              </a:rPr>
              <a:t>RAM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25AD9DEB-ABA0-6778-1B2B-C7348CCD8620}"/>
              </a:ext>
            </a:extLst>
          </p:cNvPr>
          <p:cNvSpPr/>
          <p:nvPr/>
        </p:nvSpPr>
        <p:spPr>
          <a:xfrm>
            <a:off x="7953933" y="4973055"/>
            <a:ext cx="1440000" cy="971676"/>
          </a:xfrm>
          <a:prstGeom prst="rect">
            <a:avLst/>
          </a:prstGeom>
          <a:solidFill>
            <a:srgbClr val="A8F6F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400" b="1" dirty="0">
                <a:solidFill>
                  <a:schemeClr val="tx1"/>
                </a:solidFill>
              </a:rPr>
              <a:t>ROM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CDF46F40-9853-3B34-26D5-299DFC442276}"/>
              </a:ext>
            </a:extLst>
          </p:cNvPr>
          <p:cNvSpPr/>
          <p:nvPr/>
        </p:nvSpPr>
        <p:spPr>
          <a:xfrm>
            <a:off x="9626071" y="1487054"/>
            <a:ext cx="1440000" cy="971676"/>
          </a:xfrm>
          <a:prstGeom prst="rect">
            <a:avLst/>
          </a:prstGeom>
          <a:solidFill>
            <a:srgbClr val="FCB04A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000" b="1" dirty="0">
                <a:solidFill>
                  <a:schemeClr val="tx1"/>
                </a:solidFill>
              </a:rPr>
              <a:t>Serielles</a:t>
            </a:r>
            <a:br>
              <a:rPr lang="de-AT" sz="2000" b="1" dirty="0">
                <a:solidFill>
                  <a:schemeClr val="tx1"/>
                </a:solidFill>
              </a:rPr>
            </a:br>
            <a:r>
              <a:rPr lang="de-AT" sz="2000" b="1" dirty="0">
                <a:solidFill>
                  <a:schemeClr val="tx1"/>
                </a:solidFill>
              </a:rPr>
              <a:t>Interface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9B7A3041-BAEA-21A5-F676-B1AB5D9BC99D}"/>
              </a:ext>
            </a:extLst>
          </p:cNvPr>
          <p:cNvSpPr/>
          <p:nvPr/>
        </p:nvSpPr>
        <p:spPr>
          <a:xfrm>
            <a:off x="9626071" y="2649537"/>
            <a:ext cx="1440000" cy="971676"/>
          </a:xfrm>
          <a:prstGeom prst="rect">
            <a:avLst/>
          </a:prstGeom>
          <a:solidFill>
            <a:srgbClr val="E59EDD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400" b="1" dirty="0" err="1">
                <a:solidFill>
                  <a:schemeClr val="tx1"/>
                </a:solidFill>
              </a:rPr>
              <a:t>Timer</a:t>
            </a:r>
            <a:endParaRPr lang="de-AT" sz="2400" b="1" dirty="0">
              <a:solidFill>
                <a:schemeClr val="tx1"/>
              </a:solidFill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9114C6A4-5FC0-980E-A9F2-F9114FD144D0}"/>
              </a:ext>
            </a:extLst>
          </p:cNvPr>
          <p:cNvSpPr/>
          <p:nvPr/>
        </p:nvSpPr>
        <p:spPr>
          <a:xfrm>
            <a:off x="9621085" y="3812020"/>
            <a:ext cx="1440000" cy="971676"/>
          </a:xfrm>
          <a:prstGeom prst="rect">
            <a:avLst/>
          </a:prstGeom>
          <a:solidFill>
            <a:srgbClr val="D9AFA3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400" b="1" dirty="0">
                <a:solidFill>
                  <a:schemeClr val="tx1"/>
                </a:solidFill>
              </a:rPr>
              <a:t>EEPROM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5A682B4E-B5D3-44E6-B172-1CC51B3EC238}"/>
              </a:ext>
            </a:extLst>
          </p:cNvPr>
          <p:cNvSpPr txBox="1"/>
          <p:nvPr/>
        </p:nvSpPr>
        <p:spPr>
          <a:xfrm>
            <a:off x="1364804" y="330270"/>
            <a:ext cx="3959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3600" b="1" dirty="0"/>
              <a:t>Mikroprozessor</a:t>
            </a:r>
          </a:p>
        </p:txBody>
      </p:sp>
    </p:spTree>
    <p:extLst>
      <p:ext uri="{BB962C8B-B14F-4D97-AF65-F5344CB8AC3E}">
        <p14:creationId xmlns:p14="http://schemas.microsoft.com/office/powerpoint/2010/main" val="1808779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Breitbild</PresentationFormat>
  <Paragraphs>17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Schaar Nikita</dc:creator>
  <cp:lastModifiedBy>Schaar Nikita</cp:lastModifiedBy>
  <cp:revision>29</cp:revision>
  <dcterms:created xsi:type="dcterms:W3CDTF">2026-01-08T09:53:58Z</dcterms:created>
  <dcterms:modified xsi:type="dcterms:W3CDTF">2026-01-08T12:17:55Z</dcterms:modified>
</cp:coreProperties>
</file>