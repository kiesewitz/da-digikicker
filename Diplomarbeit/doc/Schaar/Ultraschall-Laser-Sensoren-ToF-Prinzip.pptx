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EDD"/>
    <a:srgbClr val="00B050"/>
    <a:srgbClr val="D9AFA3"/>
    <a:srgbClr val="FCB04A"/>
    <a:srgbClr val="A8F6FE"/>
    <a:srgbClr val="FFFF89"/>
    <a:srgbClr val="46B1E1"/>
    <a:srgbClr val="FFFFFF"/>
    <a:srgbClr val="FD5FEA"/>
    <a:srgbClr val="FC0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29A9-E944-459A-A902-19A3AFC66D15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696F9-EEFB-4FF6-ACEC-AE53924595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984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696F9-EEFB-4FF6-ACEC-AE53924595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493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6D68B-7E6B-FD79-713A-FDF073ACC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803A6D-EE48-3F15-9086-50839303C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E7862E-2016-3555-8F5C-682E655B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589ED-17A5-A3ED-1CD8-B1D4F39A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DCA260-73A2-3EA0-6ADC-C70520F5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993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040FC-B9C9-642C-6D0A-BE02A013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86A990-51F5-2A3E-AC46-027160AA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8176C8-AC6A-83F4-4AEA-87253990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F44103-4CBD-BC63-7010-1CFE8D6D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394CC1-0638-4DD0-4A49-24F8CEB7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692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38688-9CBB-FD2D-7801-241883C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73320E-A2D1-67F6-4940-0CFC9768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2D588A-0BCF-09CB-81C1-E9EAAAE0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7569F-A3D0-AACC-1DD3-63100893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B56AD5-AE67-2A09-B1AF-8D2FCB55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22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AA015-F535-460A-ED30-91F7435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379723-5F45-0F21-001C-83E718664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E9ABDE-1F51-BF68-2A96-84147C27D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1E46CA-E8B4-3EC0-CEAE-D4A073EC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E2FA4B-CD50-871C-6E8C-1A38E180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68018B-51D3-D6C8-5B0A-2FD6C56D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14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B30FC-BFFB-4532-B080-F3E7CBBF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20D93-45FA-3751-ED78-541FE0884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633C04-CD2C-6A04-4923-837F3D172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A89587-DFBD-9830-382F-DF4A34FD4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CF00D54-ED36-EF53-D4C1-7BC079D2C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0D384F-B769-28D0-3F50-139431A2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5BD615-C715-EBA5-D483-314AA3C6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0D44E8-F727-6064-22E1-6A976B8B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054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75221-624F-1484-95AF-576E6397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5B0617-A233-4C66-C8D2-0103CF64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49556C-0A31-FC82-4C60-D9D486F0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FAB43F-58CA-48C0-B21F-157706FF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9483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27CA26-B9C5-C1B8-5D0A-558B242C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132143-B482-4DEF-D22B-6B4B7379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C44B76-D089-22BD-538D-C96833D6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803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739C1-2A28-71DB-8ADD-8578FE83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6766C0-BDBF-86EE-FF4A-8F61A45FE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91B4CF-5A22-55A6-858E-7D7D167B0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F79391-BE97-5106-DBA8-44838861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F09D93-3E33-3B72-EDCE-5B4A88C0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6EFB76-48DC-66AE-907F-8BEA7A8F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948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2AD03-1C30-4E46-020C-CD863AAD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4FC0233-22A2-9850-693D-3CD664D8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DE8101-7162-D4CE-5C97-2735D936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17A969-3C8A-BCCE-6D1E-2098D56D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6C170-BB41-40B8-124A-6A6DA3C3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16DAAA-EB54-24C1-D0B6-C39452AD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14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C40E8-B6DA-A7B9-8A10-FF4B600F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2D4066-4DF6-823E-72E2-50FBCFD57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2C888C-0DD0-20B9-0319-E363F8F7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4C3CCC-7C43-08AD-7277-0A6E10CA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7250B4-0704-2216-279D-50332A4E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283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D19A14-F8E1-5FF2-FB80-D81868925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986825-47FA-037C-DDAB-1E5EE14D0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EDEF0-9EAD-C571-E845-536BA4A1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2EDDB9-9B6B-7E1F-B31F-8FF4B773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2BDC41-C9CA-63DA-C811-C7578820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965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9E5FE3-C73E-8F95-F3E8-667AB4A9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D5BFD3-2633-1628-A27C-9E345DEF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6AA17-AD11-D934-A331-5F00E35FD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4D19-1CBA-428A-9FFC-0CBF0660AB44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3E052-AC53-B765-2D34-78CA052FA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14F51F-B8C8-9FB6-09BD-FB9FF91BD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171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9DD63C3-4041-B621-257C-8CBA00FC863D}"/>
              </a:ext>
            </a:extLst>
          </p:cNvPr>
          <p:cNvSpPr/>
          <p:nvPr/>
        </p:nvSpPr>
        <p:spPr>
          <a:xfrm>
            <a:off x="84000" y="99000"/>
            <a:ext cx="12024000" cy="6660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BA39376-6BF7-8A0C-D66A-C3957568D242}"/>
              </a:ext>
            </a:extLst>
          </p:cNvPr>
          <p:cNvSpPr txBox="1"/>
          <p:nvPr/>
        </p:nvSpPr>
        <p:spPr>
          <a:xfrm>
            <a:off x="7122437" y="372240"/>
            <a:ext cx="3959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600" b="1" dirty="0"/>
              <a:t>Lasersensor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A682B4E-B5D3-44E6-B172-1CC51B3EC238}"/>
              </a:ext>
            </a:extLst>
          </p:cNvPr>
          <p:cNvSpPr txBox="1"/>
          <p:nvPr/>
        </p:nvSpPr>
        <p:spPr>
          <a:xfrm>
            <a:off x="1110437" y="372240"/>
            <a:ext cx="3959127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AT" sz="3600" b="1" dirty="0"/>
              <a:t>Ultraschallsensor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AB22A3-8698-5EFC-2F80-10BED0B518C1}"/>
              </a:ext>
            </a:extLst>
          </p:cNvPr>
          <p:cNvCxnSpPr>
            <a:cxnSpLocks/>
          </p:cNvCxnSpPr>
          <p:nvPr/>
        </p:nvCxnSpPr>
        <p:spPr>
          <a:xfrm>
            <a:off x="6096000" y="358200"/>
            <a:ext cx="0" cy="5418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EB432D71-45AF-DABB-78D3-F0EA1BFE7FED}"/>
              </a:ext>
            </a:extLst>
          </p:cNvPr>
          <p:cNvSpPr/>
          <p:nvPr/>
        </p:nvSpPr>
        <p:spPr>
          <a:xfrm>
            <a:off x="545986" y="2064177"/>
            <a:ext cx="241974" cy="2080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6A6A4AF-8F8E-9FB5-A25E-BB073ED802CC}"/>
              </a:ext>
            </a:extLst>
          </p:cNvPr>
          <p:cNvSpPr/>
          <p:nvPr/>
        </p:nvSpPr>
        <p:spPr>
          <a:xfrm>
            <a:off x="787960" y="2064177"/>
            <a:ext cx="578259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3F52D10-DABA-91BF-0229-2206EE2DF122}"/>
              </a:ext>
            </a:extLst>
          </p:cNvPr>
          <p:cNvSpPr/>
          <p:nvPr/>
        </p:nvSpPr>
        <p:spPr>
          <a:xfrm>
            <a:off x="787960" y="3498434"/>
            <a:ext cx="578259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F9992C1-3D46-F096-D735-99BEF09E37FF}"/>
              </a:ext>
            </a:extLst>
          </p:cNvPr>
          <p:cNvSpPr/>
          <p:nvPr/>
        </p:nvSpPr>
        <p:spPr>
          <a:xfrm>
            <a:off x="4278884" y="1452284"/>
            <a:ext cx="1581360" cy="3304374"/>
          </a:xfrm>
          <a:prstGeom prst="rect">
            <a:avLst/>
          </a:prstGeom>
          <a:solidFill>
            <a:srgbClr val="E59ED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3" name="Mond 32">
            <a:extLst>
              <a:ext uri="{FF2B5EF4-FFF2-40B4-BE49-F238E27FC236}">
                <a16:creationId xmlns:a16="http://schemas.microsoft.com/office/drawing/2014/main" id="{1EA2590E-18EF-60C2-F177-15F89DC6293C}"/>
              </a:ext>
            </a:extLst>
          </p:cNvPr>
          <p:cNvSpPr/>
          <p:nvPr/>
        </p:nvSpPr>
        <p:spPr>
          <a:xfrm rot="10800000">
            <a:off x="1724396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4" name="Mond 33">
            <a:extLst>
              <a:ext uri="{FF2B5EF4-FFF2-40B4-BE49-F238E27FC236}">
                <a16:creationId xmlns:a16="http://schemas.microsoft.com/office/drawing/2014/main" id="{1E6C867D-314F-0462-6E9B-9FA84478A388}"/>
              </a:ext>
            </a:extLst>
          </p:cNvPr>
          <p:cNvSpPr/>
          <p:nvPr/>
        </p:nvSpPr>
        <p:spPr>
          <a:xfrm rot="10800000">
            <a:off x="2147614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5" name="Mond 34">
            <a:extLst>
              <a:ext uri="{FF2B5EF4-FFF2-40B4-BE49-F238E27FC236}">
                <a16:creationId xmlns:a16="http://schemas.microsoft.com/office/drawing/2014/main" id="{EA64B17E-BE02-FD63-738F-8A08F8814E90}"/>
              </a:ext>
            </a:extLst>
          </p:cNvPr>
          <p:cNvSpPr/>
          <p:nvPr/>
        </p:nvSpPr>
        <p:spPr>
          <a:xfrm rot="10800000">
            <a:off x="2570832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7" name="Mond 46">
            <a:extLst>
              <a:ext uri="{FF2B5EF4-FFF2-40B4-BE49-F238E27FC236}">
                <a16:creationId xmlns:a16="http://schemas.microsoft.com/office/drawing/2014/main" id="{C05415F8-1A98-A466-F58E-1F7D0DAC6C1C}"/>
              </a:ext>
            </a:extLst>
          </p:cNvPr>
          <p:cNvSpPr/>
          <p:nvPr/>
        </p:nvSpPr>
        <p:spPr>
          <a:xfrm rot="10800000">
            <a:off x="2994049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8" name="Mond 47">
            <a:extLst>
              <a:ext uri="{FF2B5EF4-FFF2-40B4-BE49-F238E27FC236}">
                <a16:creationId xmlns:a16="http://schemas.microsoft.com/office/drawing/2014/main" id="{79593515-CC37-26A3-9A40-E8C044101156}"/>
              </a:ext>
            </a:extLst>
          </p:cNvPr>
          <p:cNvSpPr/>
          <p:nvPr/>
        </p:nvSpPr>
        <p:spPr>
          <a:xfrm rot="10800000">
            <a:off x="3417267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9" name="Mond 48">
            <a:extLst>
              <a:ext uri="{FF2B5EF4-FFF2-40B4-BE49-F238E27FC236}">
                <a16:creationId xmlns:a16="http://schemas.microsoft.com/office/drawing/2014/main" id="{357808BB-B8D2-F0FE-B643-42DFEC6224DB}"/>
              </a:ext>
            </a:extLst>
          </p:cNvPr>
          <p:cNvSpPr/>
          <p:nvPr/>
        </p:nvSpPr>
        <p:spPr>
          <a:xfrm rot="10800000">
            <a:off x="3840485" y="3496765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0" name="Mond 49">
            <a:extLst>
              <a:ext uri="{FF2B5EF4-FFF2-40B4-BE49-F238E27FC236}">
                <a16:creationId xmlns:a16="http://schemas.microsoft.com/office/drawing/2014/main" id="{A11AAA59-9BBA-01D1-3AC9-3D0DD3790103}"/>
              </a:ext>
            </a:extLst>
          </p:cNvPr>
          <p:cNvSpPr/>
          <p:nvPr/>
        </p:nvSpPr>
        <p:spPr>
          <a:xfrm>
            <a:off x="1724396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1" name="Mond 50">
            <a:extLst>
              <a:ext uri="{FF2B5EF4-FFF2-40B4-BE49-F238E27FC236}">
                <a16:creationId xmlns:a16="http://schemas.microsoft.com/office/drawing/2014/main" id="{40AEEC86-319B-430A-F85A-1B636F5B8DEB}"/>
              </a:ext>
            </a:extLst>
          </p:cNvPr>
          <p:cNvSpPr/>
          <p:nvPr/>
        </p:nvSpPr>
        <p:spPr>
          <a:xfrm>
            <a:off x="2147614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2" name="Mond 51">
            <a:extLst>
              <a:ext uri="{FF2B5EF4-FFF2-40B4-BE49-F238E27FC236}">
                <a16:creationId xmlns:a16="http://schemas.microsoft.com/office/drawing/2014/main" id="{370B6D2E-12EF-ACE7-1C20-F2A8EBFE9B7A}"/>
              </a:ext>
            </a:extLst>
          </p:cNvPr>
          <p:cNvSpPr/>
          <p:nvPr/>
        </p:nvSpPr>
        <p:spPr>
          <a:xfrm>
            <a:off x="2570832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3" name="Mond 52">
            <a:extLst>
              <a:ext uri="{FF2B5EF4-FFF2-40B4-BE49-F238E27FC236}">
                <a16:creationId xmlns:a16="http://schemas.microsoft.com/office/drawing/2014/main" id="{4D88C368-4DD2-8DE2-339E-B581E9ECD522}"/>
              </a:ext>
            </a:extLst>
          </p:cNvPr>
          <p:cNvSpPr/>
          <p:nvPr/>
        </p:nvSpPr>
        <p:spPr>
          <a:xfrm>
            <a:off x="2994049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4" name="Mond 53">
            <a:extLst>
              <a:ext uri="{FF2B5EF4-FFF2-40B4-BE49-F238E27FC236}">
                <a16:creationId xmlns:a16="http://schemas.microsoft.com/office/drawing/2014/main" id="{0712DCFD-1EC8-4DCC-438E-5806A7E8B991}"/>
              </a:ext>
            </a:extLst>
          </p:cNvPr>
          <p:cNvSpPr/>
          <p:nvPr/>
        </p:nvSpPr>
        <p:spPr>
          <a:xfrm>
            <a:off x="3417267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5" name="Mond 54">
            <a:extLst>
              <a:ext uri="{FF2B5EF4-FFF2-40B4-BE49-F238E27FC236}">
                <a16:creationId xmlns:a16="http://schemas.microsoft.com/office/drawing/2014/main" id="{E4E48A26-BC35-AB9D-451F-8A12BA778F2F}"/>
              </a:ext>
            </a:extLst>
          </p:cNvPr>
          <p:cNvSpPr/>
          <p:nvPr/>
        </p:nvSpPr>
        <p:spPr>
          <a:xfrm>
            <a:off x="3840485" y="2062508"/>
            <a:ext cx="180000" cy="6480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E6D186FC-45F3-6088-8142-601B28102123}"/>
              </a:ext>
            </a:extLst>
          </p:cNvPr>
          <p:cNvSpPr txBox="1"/>
          <p:nvPr/>
        </p:nvSpPr>
        <p:spPr>
          <a:xfrm>
            <a:off x="360045" y="4471026"/>
            <a:ext cx="117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Sensor</a:t>
            </a:r>
            <a:endParaRPr lang="de-AT" sz="2400" b="1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A7B11EB4-B0CA-AC3C-F233-D1CF6328AD65}"/>
              </a:ext>
            </a:extLst>
          </p:cNvPr>
          <p:cNvSpPr txBox="1"/>
          <p:nvPr/>
        </p:nvSpPr>
        <p:spPr>
          <a:xfrm>
            <a:off x="4480361" y="4903967"/>
            <a:ext cx="117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Objekt</a:t>
            </a:r>
            <a:endParaRPr lang="de-AT" sz="2400" b="1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D0B86BA-A910-73FC-7B3E-4F8E9FE29661}"/>
              </a:ext>
            </a:extLst>
          </p:cNvPr>
          <p:cNvSpPr txBox="1"/>
          <p:nvPr/>
        </p:nvSpPr>
        <p:spPr>
          <a:xfrm>
            <a:off x="1724396" y="4240193"/>
            <a:ext cx="229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Wellen werden versendet</a:t>
            </a:r>
            <a:endParaRPr lang="de-AT" sz="1400" b="1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8845C76-CFBA-B555-2A99-EA33989125E5}"/>
              </a:ext>
            </a:extLst>
          </p:cNvPr>
          <p:cNvSpPr txBox="1"/>
          <p:nvPr/>
        </p:nvSpPr>
        <p:spPr>
          <a:xfrm>
            <a:off x="1701752" y="1668689"/>
            <a:ext cx="2341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Wellen werden empfangen</a:t>
            </a:r>
            <a:endParaRPr lang="de-AT" sz="1400" b="1" dirty="0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D7A1E9FF-463B-16EE-7C99-899DE8714CAE}"/>
              </a:ext>
            </a:extLst>
          </p:cNvPr>
          <p:cNvSpPr/>
          <p:nvPr/>
        </p:nvSpPr>
        <p:spPr>
          <a:xfrm>
            <a:off x="6509932" y="2417781"/>
            <a:ext cx="1214382" cy="1366221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31F2A5C-7416-362C-AB78-B46E7821F1EB}"/>
              </a:ext>
            </a:extLst>
          </p:cNvPr>
          <p:cNvSpPr/>
          <p:nvPr/>
        </p:nvSpPr>
        <p:spPr>
          <a:xfrm>
            <a:off x="7724314" y="2582526"/>
            <a:ext cx="67837" cy="255964"/>
          </a:xfrm>
          <a:prstGeom prst="rect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B3AD7741-A522-69A9-8478-96E277CA5288}"/>
              </a:ext>
            </a:extLst>
          </p:cNvPr>
          <p:cNvSpPr/>
          <p:nvPr/>
        </p:nvSpPr>
        <p:spPr>
          <a:xfrm>
            <a:off x="7724314" y="3368783"/>
            <a:ext cx="67837" cy="255964"/>
          </a:xfrm>
          <a:prstGeom prst="rect">
            <a:avLst/>
          </a:prstGeom>
          <a:solidFill>
            <a:srgbClr val="00206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78" name="Verbinder: gekrümmt 77">
            <a:extLst>
              <a:ext uri="{FF2B5EF4-FFF2-40B4-BE49-F238E27FC236}">
                <a16:creationId xmlns:a16="http://schemas.microsoft.com/office/drawing/2014/main" id="{5F9BC6EC-6B8D-3CC3-1F8A-6086D36F835F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7871730" y="2550791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krümmt 81">
            <a:extLst>
              <a:ext uri="{FF2B5EF4-FFF2-40B4-BE49-F238E27FC236}">
                <a16:creationId xmlns:a16="http://schemas.microsoft.com/office/drawing/2014/main" id="{7EF533EC-69AF-CF11-E8F5-E2C06FC12F69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8328762" y="2562411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Verbinder: gekrümmt 82">
            <a:extLst>
              <a:ext uri="{FF2B5EF4-FFF2-40B4-BE49-F238E27FC236}">
                <a16:creationId xmlns:a16="http://schemas.microsoft.com/office/drawing/2014/main" id="{592F27F2-07A6-9E09-A46C-357F275F42CA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8796327" y="2574032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Verbinder: gekrümmt 83">
            <a:extLst>
              <a:ext uri="{FF2B5EF4-FFF2-40B4-BE49-F238E27FC236}">
                <a16:creationId xmlns:a16="http://schemas.microsoft.com/office/drawing/2014/main" id="{D62EFFA6-299A-D421-B9FA-74EB9B94AD55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9266227" y="2585655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Verbinder: gekrümmt 84">
            <a:extLst>
              <a:ext uri="{FF2B5EF4-FFF2-40B4-BE49-F238E27FC236}">
                <a16:creationId xmlns:a16="http://schemas.microsoft.com/office/drawing/2014/main" id="{715B84BE-ADB7-3CCE-C023-98F3AE7C9F3D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9736126" y="2599428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Verbinder: gekrümmt 85">
            <a:extLst>
              <a:ext uri="{FF2B5EF4-FFF2-40B4-BE49-F238E27FC236}">
                <a16:creationId xmlns:a16="http://schemas.microsoft.com/office/drawing/2014/main" id="{C3A5E89D-4EA9-B048-5A4E-DEF4AADE5625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10203691" y="2611049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krümmt 86">
            <a:extLst>
              <a:ext uri="{FF2B5EF4-FFF2-40B4-BE49-F238E27FC236}">
                <a16:creationId xmlns:a16="http://schemas.microsoft.com/office/drawing/2014/main" id="{13BB922B-E38B-AE35-F93D-D3215B43BC73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10673591" y="2622672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71A888F5-04DF-3CED-3922-015F160A980F}"/>
              </a:ext>
            </a:extLst>
          </p:cNvPr>
          <p:cNvSpPr/>
          <p:nvPr/>
        </p:nvSpPr>
        <p:spPr>
          <a:xfrm>
            <a:off x="11080937" y="1452284"/>
            <a:ext cx="615946" cy="330437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89" name="Verbinder: gekrümmt 88">
            <a:extLst>
              <a:ext uri="{FF2B5EF4-FFF2-40B4-BE49-F238E27FC236}">
                <a16:creationId xmlns:a16="http://schemas.microsoft.com/office/drawing/2014/main" id="{55553928-B1D8-4485-15E4-ABA57BD10F4A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7871729" y="3349205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Verbinder: gekrümmt 89">
            <a:extLst>
              <a:ext uri="{FF2B5EF4-FFF2-40B4-BE49-F238E27FC236}">
                <a16:creationId xmlns:a16="http://schemas.microsoft.com/office/drawing/2014/main" id="{47CDB0B9-6472-263C-C5FF-A88E37873633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8328761" y="3360825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krümmt 90">
            <a:extLst>
              <a:ext uri="{FF2B5EF4-FFF2-40B4-BE49-F238E27FC236}">
                <a16:creationId xmlns:a16="http://schemas.microsoft.com/office/drawing/2014/main" id="{EC1BA450-8B93-8CA2-25FD-56C00709C4E1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8796326" y="3372446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krümmt 91">
            <a:extLst>
              <a:ext uri="{FF2B5EF4-FFF2-40B4-BE49-F238E27FC236}">
                <a16:creationId xmlns:a16="http://schemas.microsoft.com/office/drawing/2014/main" id="{9FA9A202-D90A-BB94-5705-752D8FCDD48E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9263890" y="3384068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Verbinder: gekrümmt 92">
            <a:extLst>
              <a:ext uri="{FF2B5EF4-FFF2-40B4-BE49-F238E27FC236}">
                <a16:creationId xmlns:a16="http://schemas.microsoft.com/office/drawing/2014/main" id="{AA24EA10-23CF-8B61-58B7-EDCB7830D058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9736125" y="3397842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1E8C62A8-E42B-74DF-86A5-7F0497429146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10203690" y="3409463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Verbinder: gekrümmt 94">
            <a:extLst>
              <a:ext uri="{FF2B5EF4-FFF2-40B4-BE49-F238E27FC236}">
                <a16:creationId xmlns:a16="http://schemas.microsoft.com/office/drawing/2014/main" id="{695F367C-B2EF-8C22-8ACF-0C2FF6E48093}"/>
              </a:ext>
            </a:extLst>
          </p:cNvPr>
          <p:cNvCxnSpPr>
            <a:cxnSpLocks noChangeAspect="1"/>
          </p:cNvCxnSpPr>
          <p:nvPr/>
        </p:nvCxnSpPr>
        <p:spPr>
          <a:xfrm rot="2700000" flipV="1">
            <a:off x="10673590" y="3421086"/>
            <a:ext cx="360000" cy="31943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D41A914D-12DA-688F-AB78-3CA9AE006ED9}"/>
              </a:ext>
            </a:extLst>
          </p:cNvPr>
          <p:cNvSpPr txBox="1"/>
          <p:nvPr/>
        </p:nvSpPr>
        <p:spPr>
          <a:xfrm>
            <a:off x="6461946" y="2541231"/>
            <a:ext cx="1281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</a:rPr>
              <a:t>Lichtquelle</a:t>
            </a:r>
            <a:endParaRPr lang="de-AT" sz="1600" b="1" dirty="0">
              <a:solidFill>
                <a:schemeClr val="bg1"/>
              </a:solidFill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39699E8F-922D-0E55-3706-541541872AA6}"/>
              </a:ext>
            </a:extLst>
          </p:cNvPr>
          <p:cNvSpPr txBox="1"/>
          <p:nvPr/>
        </p:nvSpPr>
        <p:spPr>
          <a:xfrm>
            <a:off x="6461945" y="3317342"/>
            <a:ext cx="1330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</a:rPr>
              <a:t>Sensor</a:t>
            </a:r>
            <a:endParaRPr lang="de-AT" sz="1600" b="1" dirty="0">
              <a:solidFill>
                <a:schemeClr val="bg1"/>
              </a:solidFill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F1BA9D8C-4C0A-37C9-3D57-7C65C8CF8A66}"/>
              </a:ext>
            </a:extLst>
          </p:cNvPr>
          <p:cNvSpPr txBox="1"/>
          <p:nvPr/>
        </p:nvSpPr>
        <p:spPr>
          <a:xfrm>
            <a:off x="10799707" y="4903967"/>
            <a:ext cx="117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Objekt</a:t>
            </a:r>
            <a:endParaRPr lang="de-AT" sz="2400" b="1" dirty="0"/>
          </a:p>
        </p:txBody>
      </p: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81451EF3-4295-07CA-9129-4859491CDA47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1366219" y="3104471"/>
            <a:ext cx="2912665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feld 101">
            <a:extLst>
              <a:ext uri="{FF2B5EF4-FFF2-40B4-BE49-F238E27FC236}">
                <a16:creationId xmlns:a16="http://schemas.microsoft.com/office/drawing/2014/main" id="{E823D000-43C3-5C91-053F-20CCE821799D}"/>
              </a:ext>
            </a:extLst>
          </p:cNvPr>
          <p:cNvSpPr txBox="1"/>
          <p:nvPr/>
        </p:nvSpPr>
        <p:spPr>
          <a:xfrm>
            <a:off x="2097724" y="2782389"/>
            <a:ext cx="144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Abstand</a:t>
            </a:r>
            <a:endParaRPr lang="de-AT" sz="1400" b="1" dirty="0"/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4CE24B48-05D7-8685-8ECD-5B2DA6E6BB6D}"/>
              </a:ext>
            </a:extLst>
          </p:cNvPr>
          <p:cNvCxnSpPr>
            <a:cxnSpLocks/>
          </p:cNvCxnSpPr>
          <p:nvPr/>
        </p:nvCxnSpPr>
        <p:spPr>
          <a:xfrm flipH="1" flipV="1">
            <a:off x="7737184" y="3152492"/>
            <a:ext cx="3356623" cy="11622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FB30B488-C47B-74B7-1AA1-A1CF3928EEEA}"/>
              </a:ext>
            </a:extLst>
          </p:cNvPr>
          <p:cNvSpPr txBox="1"/>
          <p:nvPr/>
        </p:nvSpPr>
        <p:spPr>
          <a:xfrm>
            <a:off x="8677798" y="2859407"/>
            <a:ext cx="1449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Abstand</a:t>
            </a:r>
            <a:endParaRPr lang="de-AT" sz="1400" b="1" dirty="0"/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F33DBD4D-67B9-1CEE-AEFF-3F3D98FBEA8C}"/>
              </a:ext>
            </a:extLst>
          </p:cNvPr>
          <p:cNvCxnSpPr>
            <a:cxnSpLocks/>
          </p:cNvCxnSpPr>
          <p:nvPr/>
        </p:nvCxnSpPr>
        <p:spPr>
          <a:xfrm rot="5400000">
            <a:off x="6096000" y="177177"/>
            <a:ext cx="0" cy="11538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5FA5A394-2909-5902-2B28-4BCB3A38575F}"/>
                  </a:ext>
                </a:extLst>
              </p:cNvPr>
              <p:cNvSpPr/>
              <p:nvPr/>
            </p:nvSpPr>
            <p:spPr>
              <a:xfrm>
                <a:off x="327000" y="6067016"/>
                <a:ext cx="11538000" cy="568287"/>
              </a:xfrm>
              <a:prstGeom prst="rect">
                <a:avLst/>
              </a:prstGeom>
              <a:solidFill>
                <a:srgbClr val="FFFF00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b="1" dirty="0">
                    <a:solidFill>
                      <a:schemeClr val="tx1"/>
                    </a:solidFill>
                  </a:rPr>
                  <a:t>Für beide Sensoren gilt: </a:t>
                </a:r>
                <a14:m>
                  <m:oMath xmlns:m="http://schemas.openxmlformats.org/officeDocument/2006/math"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𝑫𝒊𝒔𝒕𝒂𝒏𝒛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𝑨𝒃𝒔𝒕𝒂𝒏𝒅</m:t>
                        </m:r>
                      </m:e>
                    </m:d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𝑮𝒆𝒔𝒄𝒉𝒘𝒊𝒏𝒅𝒊𝒈𝒌𝒆𝒊𝒕</m:t>
                        </m:r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𝒁𝒆𝒊𝒕</m:t>
                        </m:r>
                      </m:e>
                    </m:d>
                    <m:r>
                      <a:rPr lang="de-DE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de-DE" b="1" dirty="0">
                    <a:solidFill>
                      <a:schemeClr val="tx1"/>
                    </a:solidFill>
                    <a:latin typeface="72 Black" panose="020B0A04030603020204" pitchFamily="34" charset="0"/>
                    <a:cs typeface="72 Black" panose="020B0A04030603020204" pitchFamily="34" charset="0"/>
                  </a:rPr>
                  <a:t> </a:t>
                </a:r>
                <a:endParaRPr lang="de-AT" b="1" dirty="0">
                  <a:solidFill>
                    <a:schemeClr val="tx1"/>
                  </a:solidFill>
                  <a:latin typeface="72 Black" panose="020B0A04030603020204" pitchFamily="34" charset="0"/>
                  <a:cs typeface="72 Black" panose="020B0A04030603020204" pitchFamily="34" charset="0"/>
                </a:endParaRPr>
              </a:p>
            </p:txBody>
          </p:sp>
        </mc:Choice>
        <mc:Fallback xmlns=""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5FA5A394-2909-5902-2B28-4BCB3A3857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00" y="6067016"/>
                <a:ext cx="11538000" cy="5682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958F2E6E-AF6E-D0D4-DB11-DBE0CAAD8254}"/>
              </a:ext>
            </a:extLst>
          </p:cNvPr>
          <p:cNvSpPr txBox="1"/>
          <p:nvPr/>
        </p:nvSpPr>
        <p:spPr>
          <a:xfrm>
            <a:off x="8251950" y="2258472"/>
            <a:ext cx="229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Licht wird ausgestrahlt</a:t>
            </a:r>
            <a:endParaRPr lang="de-AT" sz="1400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E8228F-C7E0-FFB2-AD87-383F65E9F029}"/>
              </a:ext>
            </a:extLst>
          </p:cNvPr>
          <p:cNvSpPr txBox="1"/>
          <p:nvPr/>
        </p:nvSpPr>
        <p:spPr>
          <a:xfrm>
            <a:off x="7916396" y="3655508"/>
            <a:ext cx="3046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Lichtstrahlen werden eingefangen</a:t>
            </a:r>
            <a:endParaRPr lang="de-AT" sz="1400" b="1" dirty="0"/>
          </a:p>
        </p:txBody>
      </p:sp>
    </p:spTree>
    <p:extLst>
      <p:ext uri="{BB962C8B-B14F-4D97-AF65-F5344CB8AC3E}">
        <p14:creationId xmlns:p14="http://schemas.microsoft.com/office/powerpoint/2010/main" val="180877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Breitbild</PresentationFormat>
  <Paragraphs>15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72 Black</vt:lpstr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Schaar Nikita</dc:creator>
  <cp:lastModifiedBy>Schaar Nikita</cp:lastModifiedBy>
  <cp:revision>51</cp:revision>
  <dcterms:created xsi:type="dcterms:W3CDTF">2026-01-08T09:53:58Z</dcterms:created>
  <dcterms:modified xsi:type="dcterms:W3CDTF">2026-02-21T20:19:47Z</dcterms:modified>
</cp:coreProperties>
</file>