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7" r:id="rId2"/>
  </p:sldIdLst>
  <p:sldSz cx="7862888" cy="6832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EBF3"/>
    <a:srgbClr val="A6C3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3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D0050D-EFD3-450D-ABD5-0019C5970CF9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652588" y="1143000"/>
            <a:ext cx="35528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9D8306-3BEF-4B61-8324-181FECC649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82394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847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694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540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387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234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081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8927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8774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652588" y="1143000"/>
            <a:ext cx="3552825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D8306-3BEF-4B61-8324-181FECC649CB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88240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9717" y="1118206"/>
            <a:ext cx="6683455" cy="2378757"/>
          </a:xfrm>
        </p:spPr>
        <p:txBody>
          <a:bodyPr anchor="b"/>
          <a:lstStyle>
            <a:lvl1pPr algn="ctr">
              <a:defRPr sz="515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2861" y="3588697"/>
            <a:ext cx="5897166" cy="1649630"/>
          </a:xfrm>
        </p:spPr>
        <p:txBody>
          <a:bodyPr/>
          <a:lstStyle>
            <a:lvl1pPr marL="0" indent="0" algn="ctr">
              <a:buNone/>
              <a:defRPr sz="2064"/>
            </a:lvl1pPr>
            <a:lvl2pPr marL="393146" indent="0" algn="ctr">
              <a:buNone/>
              <a:defRPr sz="1720"/>
            </a:lvl2pPr>
            <a:lvl3pPr marL="786293" indent="0" algn="ctr">
              <a:buNone/>
              <a:defRPr sz="1548"/>
            </a:lvl3pPr>
            <a:lvl4pPr marL="1179439" indent="0" algn="ctr">
              <a:buNone/>
              <a:defRPr sz="1376"/>
            </a:lvl4pPr>
            <a:lvl5pPr marL="1572585" indent="0" algn="ctr">
              <a:buNone/>
              <a:defRPr sz="1376"/>
            </a:lvl5pPr>
            <a:lvl6pPr marL="1965731" indent="0" algn="ctr">
              <a:buNone/>
              <a:defRPr sz="1376"/>
            </a:lvl6pPr>
            <a:lvl7pPr marL="2358878" indent="0" algn="ctr">
              <a:buNone/>
              <a:defRPr sz="1376"/>
            </a:lvl7pPr>
            <a:lvl8pPr marL="2752024" indent="0" algn="ctr">
              <a:buNone/>
              <a:defRPr sz="1376"/>
            </a:lvl8pPr>
            <a:lvl9pPr marL="3145170" indent="0" algn="ctr">
              <a:buNone/>
              <a:defRPr sz="1376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C2A6E-34C0-4481-B3D7-04230C49192B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638FA-7D75-4FDB-B653-8636B7B9034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24932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C2A6E-34C0-4481-B3D7-04230C49192B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638FA-7D75-4FDB-B653-8636B7B9034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97094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479" y="1703407"/>
            <a:ext cx="6781741" cy="2842171"/>
          </a:xfrm>
        </p:spPr>
        <p:txBody>
          <a:bodyPr anchor="b"/>
          <a:lstStyle>
            <a:lvl1pPr>
              <a:defRPr sz="515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479" y="4572466"/>
            <a:ext cx="6781741" cy="1494631"/>
          </a:xfrm>
        </p:spPr>
        <p:txBody>
          <a:bodyPr/>
          <a:lstStyle>
            <a:lvl1pPr marL="0" indent="0">
              <a:buNone/>
              <a:defRPr sz="2064">
                <a:solidFill>
                  <a:schemeClr val="tx1">
                    <a:tint val="82000"/>
                  </a:schemeClr>
                </a:solidFill>
              </a:defRPr>
            </a:lvl1pPr>
            <a:lvl2pPr marL="393146" indent="0">
              <a:buNone/>
              <a:defRPr sz="1720">
                <a:solidFill>
                  <a:schemeClr val="tx1">
                    <a:tint val="82000"/>
                  </a:schemeClr>
                </a:solidFill>
              </a:defRPr>
            </a:lvl2pPr>
            <a:lvl3pPr marL="786293" indent="0">
              <a:buNone/>
              <a:defRPr sz="1548">
                <a:solidFill>
                  <a:schemeClr val="tx1">
                    <a:tint val="82000"/>
                  </a:schemeClr>
                </a:solidFill>
              </a:defRPr>
            </a:lvl3pPr>
            <a:lvl4pPr marL="1179439" indent="0">
              <a:buNone/>
              <a:defRPr sz="1376">
                <a:solidFill>
                  <a:schemeClr val="tx1">
                    <a:tint val="82000"/>
                  </a:schemeClr>
                </a:solidFill>
              </a:defRPr>
            </a:lvl4pPr>
            <a:lvl5pPr marL="1572585" indent="0">
              <a:buNone/>
              <a:defRPr sz="1376">
                <a:solidFill>
                  <a:schemeClr val="tx1">
                    <a:tint val="82000"/>
                  </a:schemeClr>
                </a:solidFill>
              </a:defRPr>
            </a:lvl5pPr>
            <a:lvl6pPr marL="1965731" indent="0">
              <a:buNone/>
              <a:defRPr sz="1376">
                <a:solidFill>
                  <a:schemeClr val="tx1">
                    <a:tint val="82000"/>
                  </a:schemeClr>
                </a:solidFill>
              </a:defRPr>
            </a:lvl6pPr>
            <a:lvl7pPr marL="2358878" indent="0">
              <a:buNone/>
              <a:defRPr sz="1376">
                <a:solidFill>
                  <a:schemeClr val="tx1">
                    <a:tint val="82000"/>
                  </a:schemeClr>
                </a:solidFill>
              </a:defRPr>
            </a:lvl7pPr>
            <a:lvl8pPr marL="2752024" indent="0">
              <a:buNone/>
              <a:defRPr sz="1376">
                <a:solidFill>
                  <a:schemeClr val="tx1">
                    <a:tint val="82000"/>
                  </a:schemeClr>
                </a:solidFill>
              </a:defRPr>
            </a:lvl8pPr>
            <a:lvl9pPr marL="3145170" indent="0">
              <a:buNone/>
              <a:defRPr sz="137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C2A6E-34C0-4481-B3D7-04230C49192B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638FA-7D75-4FDB-B653-8636B7B9034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3966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0574" y="1818863"/>
            <a:ext cx="3341727" cy="433522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80587" y="1818863"/>
            <a:ext cx="3341727" cy="433522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C2A6E-34C0-4481-B3D7-04230C49192B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638FA-7D75-4FDB-B653-8636B7B9034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13623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598" y="363774"/>
            <a:ext cx="6781741" cy="132065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598" y="1674937"/>
            <a:ext cx="3326370" cy="820860"/>
          </a:xfrm>
        </p:spPr>
        <p:txBody>
          <a:bodyPr anchor="b"/>
          <a:lstStyle>
            <a:lvl1pPr marL="0" indent="0">
              <a:buNone/>
              <a:defRPr sz="2064" b="1"/>
            </a:lvl1pPr>
            <a:lvl2pPr marL="393146" indent="0">
              <a:buNone/>
              <a:defRPr sz="1720" b="1"/>
            </a:lvl2pPr>
            <a:lvl3pPr marL="786293" indent="0">
              <a:buNone/>
              <a:defRPr sz="1548" b="1"/>
            </a:lvl3pPr>
            <a:lvl4pPr marL="1179439" indent="0">
              <a:buNone/>
              <a:defRPr sz="1376" b="1"/>
            </a:lvl4pPr>
            <a:lvl5pPr marL="1572585" indent="0">
              <a:buNone/>
              <a:defRPr sz="1376" b="1"/>
            </a:lvl5pPr>
            <a:lvl6pPr marL="1965731" indent="0">
              <a:buNone/>
              <a:defRPr sz="1376" b="1"/>
            </a:lvl6pPr>
            <a:lvl7pPr marL="2358878" indent="0">
              <a:buNone/>
              <a:defRPr sz="1376" b="1"/>
            </a:lvl7pPr>
            <a:lvl8pPr marL="2752024" indent="0">
              <a:buNone/>
              <a:defRPr sz="1376" b="1"/>
            </a:lvl8pPr>
            <a:lvl9pPr marL="3145170" indent="0">
              <a:buNone/>
              <a:defRPr sz="137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598" y="2495797"/>
            <a:ext cx="3326370" cy="36709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80587" y="1674937"/>
            <a:ext cx="3342752" cy="820860"/>
          </a:xfrm>
        </p:spPr>
        <p:txBody>
          <a:bodyPr anchor="b"/>
          <a:lstStyle>
            <a:lvl1pPr marL="0" indent="0">
              <a:buNone/>
              <a:defRPr sz="2064" b="1"/>
            </a:lvl1pPr>
            <a:lvl2pPr marL="393146" indent="0">
              <a:buNone/>
              <a:defRPr sz="1720" b="1"/>
            </a:lvl2pPr>
            <a:lvl3pPr marL="786293" indent="0">
              <a:buNone/>
              <a:defRPr sz="1548" b="1"/>
            </a:lvl3pPr>
            <a:lvl4pPr marL="1179439" indent="0">
              <a:buNone/>
              <a:defRPr sz="1376" b="1"/>
            </a:lvl4pPr>
            <a:lvl5pPr marL="1572585" indent="0">
              <a:buNone/>
              <a:defRPr sz="1376" b="1"/>
            </a:lvl5pPr>
            <a:lvl6pPr marL="1965731" indent="0">
              <a:buNone/>
              <a:defRPr sz="1376" b="1"/>
            </a:lvl6pPr>
            <a:lvl7pPr marL="2358878" indent="0">
              <a:buNone/>
              <a:defRPr sz="1376" b="1"/>
            </a:lvl7pPr>
            <a:lvl8pPr marL="2752024" indent="0">
              <a:buNone/>
              <a:defRPr sz="1376" b="1"/>
            </a:lvl8pPr>
            <a:lvl9pPr marL="3145170" indent="0">
              <a:buNone/>
              <a:defRPr sz="137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80587" y="2495797"/>
            <a:ext cx="3342752" cy="36709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C2A6E-34C0-4481-B3D7-04230C49192B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638FA-7D75-4FDB-B653-8636B7B9034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08902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C2A6E-34C0-4481-B3D7-04230C49192B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638FA-7D75-4FDB-B653-8636B7B9034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05165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C2A6E-34C0-4481-B3D7-04230C49192B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638FA-7D75-4FDB-B653-8636B7B9034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64622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598" y="455507"/>
            <a:ext cx="2535986" cy="1594273"/>
          </a:xfrm>
        </p:spPr>
        <p:txBody>
          <a:bodyPr anchor="b"/>
          <a:lstStyle>
            <a:lvl1pPr>
              <a:defRPr sz="275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2752" y="983769"/>
            <a:ext cx="3980587" cy="4855575"/>
          </a:xfrm>
        </p:spPr>
        <p:txBody>
          <a:bodyPr/>
          <a:lstStyle>
            <a:lvl1pPr>
              <a:defRPr sz="2752"/>
            </a:lvl1pPr>
            <a:lvl2pPr>
              <a:defRPr sz="2408"/>
            </a:lvl2pPr>
            <a:lvl3pPr>
              <a:defRPr sz="2064"/>
            </a:lvl3pPr>
            <a:lvl4pPr>
              <a:defRPr sz="1720"/>
            </a:lvl4pPr>
            <a:lvl5pPr>
              <a:defRPr sz="1720"/>
            </a:lvl5pPr>
            <a:lvl6pPr>
              <a:defRPr sz="1720"/>
            </a:lvl6pPr>
            <a:lvl7pPr>
              <a:defRPr sz="1720"/>
            </a:lvl7pPr>
            <a:lvl8pPr>
              <a:defRPr sz="1720"/>
            </a:lvl8pPr>
            <a:lvl9pPr>
              <a:defRPr sz="172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598" y="2049780"/>
            <a:ext cx="2535986" cy="3797471"/>
          </a:xfrm>
        </p:spPr>
        <p:txBody>
          <a:bodyPr/>
          <a:lstStyle>
            <a:lvl1pPr marL="0" indent="0">
              <a:buNone/>
              <a:defRPr sz="1376"/>
            </a:lvl1pPr>
            <a:lvl2pPr marL="393146" indent="0">
              <a:buNone/>
              <a:defRPr sz="1204"/>
            </a:lvl2pPr>
            <a:lvl3pPr marL="786293" indent="0">
              <a:buNone/>
              <a:defRPr sz="1032"/>
            </a:lvl3pPr>
            <a:lvl4pPr marL="1179439" indent="0">
              <a:buNone/>
              <a:defRPr sz="860"/>
            </a:lvl4pPr>
            <a:lvl5pPr marL="1572585" indent="0">
              <a:buNone/>
              <a:defRPr sz="860"/>
            </a:lvl5pPr>
            <a:lvl6pPr marL="1965731" indent="0">
              <a:buNone/>
              <a:defRPr sz="860"/>
            </a:lvl6pPr>
            <a:lvl7pPr marL="2358878" indent="0">
              <a:buNone/>
              <a:defRPr sz="860"/>
            </a:lvl7pPr>
            <a:lvl8pPr marL="2752024" indent="0">
              <a:buNone/>
              <a:defRPr sz="860"/>
            </a:lvl8pPr>
            <a:lvl9pPr marL="3145170" indent="0">
              <a:buNone/>
              <a:defRPr sz="86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C2A6E-34C0-4481-B3D7-04230C49192B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638FA-7D75-4FDB-B653-8636B7B9034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03434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598" y="455507"/>
            <a:ext cx="2535986" cy="1594273"/>
          </a:xfrm>
        </p:spPr>
        <p:txBody>
          <a:bodyPr anchor="b"/>
          <a:lstStyle>
            <a:lvl1pPr>
              <a:defRPr sz="275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42752" y="983769"/>
            <a:ext cx="3980587" cy="4855575"/>
          </a:xfrm>
        </p:spPr>
        <p:txBody>
          <a:bodyPr anchor="t"/>
          <a:lstStyle>
            <a:lvl1pPr marL="0" indent="0">
              <a:buNone/>
              <a:defRPr sz="2752"/>
            </a:lvl1pPr>
            <a:lvl2pPr marL="393146" indent="0">
              <a:buNone/>
              <a:defRPr sz="2408"/>
            </a:lvl2pPr>
            <a:lvl3pPr marL="786293" indent="0">
              <a:buNone/>
              <a:defRPr sz="2064"/>
            </a:lvl3pPr>
            <a:lvl4pPr marL="1179439" indent="0">
              <a:buNone/>
              <a:defRPr sz="1720"/>
            </a:lvl4pPr>
            <a:lvl5pPr marL="1572585" indent="0">
              <a:buNone/>
              <a:defRPr sz="1720"/>
            </a:lvl5pPr>
            <a:lvl6pPr marL="1965731" indent="0">
              <a:buNone/>
              <a:defRPr sz="1720"/>
            </a:lvl6pPr>
            <a:lvl7pPr marL="2358878" indent="0">
              <a:buNone/>
              <a:defRPr sz="1720"/>
            </a:lvl7pPr>
            <a:lvl8pPr marL="2752024" indent="0">
              <a:buNone/>
              <a:defRPr sz="1720"/>
            </a:lvl8pPr>
            <a:lvl9pPr marL="3145170" indent="0">
              <a:buNone/>
              <a:defRPr sz="172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598" y="2049780"/>
            <a:ext cx="2535986" cy="3797471"/>
          </a:xfrm>
        </p:spPr>
        <p:txBody>
          <a:bodyPr/>
          <a:lstStyle>
            <a:lvl1pPr marL="0" indent="0">
              <a:buNone/>
              <a:defRPr sz="1376"/>
            </a:lvl1pPr>
            <a:lvl2pPr marL="393146" indent="0">
              <a:buNone/>
              <a:defRPr sz="1204"/>
            </a:lvl2pPr>
            <a:lvl3pPr marL="786293" indent="0">
              <a:buNone/>
              <a:defRPr sz="1032"/>
            </a:lvl3pPr>
            <a:lvl4pPr marL="1179439" indent="0">
              <a:buNone/>
              <a:defRPr sz="860"/>
            </a:lvl4pPr>
            <a:lvl5pPr marL="1572585" indent="0">
              <a:buNone/>
              <a:defRPr sz="860"/>
            </a:lvl5pPr>
            <a:lvl6pPr marL="1965731" indent="0">
              <a:buNone/>
              <a:defRPr sz="860"/>
            </a:lvl6pPr>
            <a:lvl7pPr marL="2358878" indent="0">
              <a:buNone/>
              <a:defRPr sz="860"/>
            </a:lvl7pPr>
            <a:lvl8pPr marL="2752024" indent="0">
              <a:buNone/>
              <a:defRPr sz="860"/>
            </a:lvl8pPr>
            <a:lvl9pPr marL="3145170" indent="0">
              <a:buNone/>
              <a:defRPr sz="86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C2A6E-34C0-4481-B3D7-04230C49192B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638FA-7D75-4FDB-B653-8636B7B9034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07533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C2A6E-34C0-4481-B3D7-04230C49192B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638FA-7D75-4FDB-B653-8636B7B9034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08569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26880" y="363773"/>
            <a:ext cx="1695435" cy="5790313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0574" y="363773"/>
            <a:ext cx="4988020" cy="579031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C2A6E-34C0-4481-B3D7-04230C49192B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638FA-7D75-4FDB-B653-8636B7B9034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07806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574" y="363774"/>
            <a:ext cx="6781741" cy="13206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574" y="1818863"/>
            <a:ext cx="6781741" cy="4335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73" y="6332809"/>
            <a:ext cx="1769150" cy="36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4C2A6E-34C0-4481-B3D7-04230C49192B}" type="datetimeFigureOut">
              <a:rPr lang="de-AT" smtClean="0"/>
              <a:t>21.02.2026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4582" y="6332809"/>
            <a:ext cx="2653725" cy="36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53165" y="6332809"/>
            <a:ext cx="1769150" cy="363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8638FA-7D75-4FDB-B653-8636B7B9034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8300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86293" rtl="0" eaLnBrk="1" latinLnBrk="0" hangingPunct="1">
        <a:lnSpc>
          <a:spcPct val="90000"/>
        </a:lnSpc>
        <a:spcBef>
          <a:spcPct val="0"/>
        </a:spcBef>
        <a:buNone/>
        <a:defRPr sz="378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6573" indent="-196573" algn="l" defTabSz="786293" rtl="0" eaLnBrk="1" latinLnBrk="0" hangingPunct="1">
        <a:lnSpc>
          <a:spcPct val="90000"/>
        </a:lnSpc>
        <a:spcBef>
          <a:spcPts val="860"/>
        </a:spcBef>
        <a:buFont typeface="Arial" panose="020B0604020202020204" pitchFamily="34" charset="0"/>
        <a:buChar char="•"/>
        <a:defRPr sz="2408" kern="1200">
          <a:solidFill>
            <a:schemeClr val="tx1"/>
          </a:solidFill>
          <a:latin typeface="+mn-lt"/>
          <a:ea typeface="+mn-ea"/>
          <a:cs typeface="+mn-cs"/>
        </a:defRPr>
      </a:lvl1pPr>
      <a:lvl2pPr marL="589719" indent="-196573" algn="l" defTabSz="786293" rtl="0" eaLnBrk="1" latinLnBrk="0" hangingPunct="1">
        <a:lnSpc>
          <a:spcPct val="90000"/>
        </a:lnSpc>
        <a:spcBef>
          <a:spcPts val="430"/>
        </a:spcBef>
        <a:buFont typeface="Arial" panose="020B0604020202020204" pitchFamily="34" charset="0"/>
        <a:buChar char="•"/>
        <a:defRPr sz="2064" kern="1200">
          <a:solidFill>
            <a:schemeClr val="tx1"/>
          </a:solidFill>
          <a:latin typeface="+mn-lt"/>
          <a:ea typeface="+mn-ea"/>
          <a:cs typeface="+mn-cs"/>
        </a:defRPr>
      </a:lvl2pPr>
      <a:lvl3pPr marL="982866" indent="-196573" algn="l" defTabSz="786293" rtl="0" eaLnBrk="1" latinLnBrk="0" hangingPunct="1">
        <a:lnSpc>
          <a:spcPct val="90000"/>
        </a:lnSpc>
        <a:spcBef>
          <a:spcPts val="430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3pPr>
      <a:lvl4pPr marL="1376012" indent="-196573" algn="l" defTabSz="786293" rtl="0" eaLnBrk="1" latinLnBrk="0" hangingPunct="1">
        <a:lnSpc>
          <a:spcPct val="90000"/>
        </a:lnSpc>
        <a:spcBef>
          <a:spcPts val="430"/>
        </a:spcBef>
        <a:buFont typeface="Arial" panose="020B0604020202020204" pitchFamily="34" charset="0"/>
        <a:buChar char="•"/>
        <a:defRPr sz="1548" kern="1200">
          <a:solidFill>
            <a:schemeClr val="tx1"/>
          </a:solidFill>
          <a:latin typeface="+mn-lt"/>
          <a:ea typeface="+mn-ea"/>
          <a:cs typeface="+mn-cs"/>
        </a:defRPr>
      </a:lvl4pPr>
      <a:lvl5pPr marL="1769158" indent="-196573" algn="l" defTabSz="786293" rtl="0" eaLnBrk="1" latinLnBrk="0" hangingPunct="1">
        <a:lnSpc>
          <a:spcPct val="90000"/>
        </a:lnSpc>
        <a:spcBef>
          <a:spcPts val="430"/>
        </a:spcBef>
        <a:buFont typeface="Arial" panose="020B0604020202020204" pitchFamily="34" charset="0"/>
        <a:buChar char="•"/>
        <a:defRPr sz="1548" kern="1200">
          <a:solidFill>
            <a:schemeClr val="tx1"/>
          </a:solidFill>
          <a:latin typeface="+mn-lt"/>
          <a:ea typeface="+mn-ea"/>
          <a:cs typeface="+mn-cs"/>
        </a:defRPr>
      </a:lvl5pPr>
      <a:lvl6pPr marL="2162305" indent="-196573" algn="l" defTabSz="786293" rtl="0" eaLnBrk="1" latinLnBrk="0" hangingPunct="1">
        <a:lnSpc>
          <a:spcPct val="90000"/>
        </a:lnSpc>
        <a:spcBef>
          <a:spcPts val="430"/>
        </a:spcBef>
        <a:buFont typeface="Arial" panose="020B0604020202020204" pitchFamily="34" charset="0"/>
        <a:buChar char="•"/>
        <a:defRPr sz="1548" kern="1200">
          <a:solidFill>
            <a:schemeClr val="tx1"/>
          </a:solidFill>
          <a:latin typeface="+mn-lt"/>
          <a:ea typeface="+mn-ea"/>
          <a:cs typeface="+mn-cs"/>
        </a:defRPr>
      </a:lvl6pPr>
      <a:lvl7pPr marL="2555451" indent="-196573" algn="l" defTabSz="786293" rtl="0" eaLnBrk="1" latinLnBrk="0" hangingPunct="1">
        <a:lnSpc>
          <a:spcPct val="90000"/>
        </a:lnSpc>
        <a:spcBef>
          <a:spcPts val="430"/>
        </a:spcBef>
        <a:buFont typeface="Arial" panose="020B0604020202020204" pitchFamily="34" charset="0"/>
        <a:buChar char="•"/>
        <a:defRPr sz="1548" kern="1200">
          <a:solidFill>
            <a:schemeClr val="tx1"/>
          </a:solidFill>
          <a:latin typeface="+mn-lt"/>
          <a:ea typeface="+mn-ea"/>
          <a:cs typeface="+mn-cs"/>
        </a:defRPr>
      </a:lvl7pPr>
      <a:lvl8pPr marL="2948597" indent="-196573" algn="l" defTabSz="786293" rtl="0" eaLnBrk="1" latinLnBrk="0" hangingPunct="1">
        <a:lnSpc>
          <a:spcPct val="90000"/>
        </a:lnSpc>
        <a:spcBef>
          <a:spcPts val="430"/>
        </a:spcBef>
        <a:buFont typeface="Arial" panose="020B0604020202020204" pitchFamily="34" charset="0"/>
        <a:buChar char="•"/>
        <a:defRPr sz="1548" kern="1200">
          <a:solidFill>
            <a:schemeClr val="tx1"/>
          </a:solidFill>
          <a:latin typeface="+mn-lt"/>
          <a:ea typeface="+mn-ea"/>
          <a:cs typeface="+mn-cs"/>
        </a:defRPr>
      </a:lvl8pPr>
      <a:lvl9pPr marL="3341743" indent="-196573" algn="l" defTabSz="786293" rtl="0" eaLnBrk="1" latinLnBrk="0" hangingPunct="1">
        <a:lnSpc>
          <a:spcPct val="90000"/>
        </a:lnSpc>
        <a:spcBef>
          <a:spcPts val="430"/>
        </a:spcBef>
        <a:buFont typeface="Arial" panose="020B0604020202020204" pitchFamily="34" charset="0"/>
        <a:buChar char="•"/>
        <a:defRPr sz="15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6293" rtl="0" eaLnBrk="1" latinLnBrk="0" hangingPunct="1">
        <a:defRPr sz="1548" kern="1200">
          <a:solidFill>
            <a:schemeClr val="tx1"/>
          </a:solidFill>
          <a:latin typeface="+mn-lt"/>
          <a:ea typeface="+mn-ea"/>
          <a:cs typeface="+mn-cs"/>
        </a:defRPr>
      </a:lvl1pPr>
      <a:lvl2pPr marL="393146" algn="l" defTabSz="786293" rtl="0" eaLnBrk="1" latinLnBrk="0" hangingPunct="1">
        <a:defRPr sz="1548" kern="1200">
          <a:solidFill>
            <a:schemeClr val="tx1"/>
          </a:solidFill>
          <a:latin typeface="+mn-lt"/>
          <a:ea typeface="+mn-ea"/>
          <a:cs typeface="+mn-cs"/>
        </a:defRPr>
      </a:lvl2pPr>
      <a:lvl3pPr marL="786293" algn="l" defTabSz="786293" rtl="0" eaLnBrk="1" latinLnBrk="0" hangingPunct="1">
        <a:defRPr sz="1548" kern="1200">
          <a:solidFill>
            <a:schemeClr val="tx1"/>
          </a:solidFill>
          <a:latin typeface="+mn-lt"/>
          <a:ea typeface="+mn-ea"/>
          <a:cs typeface="+mn-cs"/>
        </a:defRPr>
      </a:lvl3pPr>
      <a:lvl4pPr marL="1179439" algn="l" defTabSz="786293" rtl="0" eaLnBrk="1" latinLnBrk="0" hangingPunct="1">
        <a:defRPr sz="1548" kern="1200">
          <a:solidFill>
            <a:schemeClr val="tx1"/>
          </a:solidFill>
          <a:latin typeface="+mn-lt"/>
          <a:ea typeface="+mn-ea"/>
          <a:cs typeface="+mn-cs"/>
        </a:defRPr>
      </a:lvl4pPr>
      <a:lvl5pPr marL="1572585" algn="l" defTabSz="786293" rtl="0" eaLnBrk="1" latinLnBrk="0" hangingPunct="1">
        <a:defRPr sz="1548" kern="1200">
          <a:solidFill>
            <a:schemeClr val="tx1"/>
          </a:solidFill>
          <a:latin typeface="+mn-lt"/>
          <a:ea typeface="+mn-ea"/>
          <a:cs typeface="+mn-cs"/>
        </a:defRPr>
      </a:lvl5pPr>
      <a:lvl6pPr marL="1965731" algn="l" defTabSz="786293" rtl="0" eaLnBrk="1" latinLnBrk="0" hangingPunct="1">
        <a:defRPr sz="1548" kern="1200">
          <a:solidFill>
            <a:schemeClr val="tx1"/>
          </a:solidFill>
          <a:latin typeface="+mn-lt"/>
          <a:ea typeface="+mn-ea"/>
          <a:cs typeface="+mn-cs"/>
        </a:defRPr>
      </a:lvl6pPr>
      <a:lvl7pPr marL="2358878" algn="l" defTabSz="786293" rtl="0" eaLnBrk="1" latinLnBrk="0" hangingPunct="1">
        <a:defRPr sz="1548" kern="1200">
          <a:solidFill>
            <a:schemeClr val="tx1"/>
          </a:solidFill>
          <a:latin typeface="+mn-lt"/>
          <a:ea typeface="+mn-ea"/>
          <a:cs typeface="+mn-cs"/>
        </a:defRPr>
      </a:lvl7pPr>
      <a:lvl8pPr marL="2752024" algn="l" defTabSz="786293" rtl="0" eaLnBrk="1" latinLnBrk="0" hangingPunct="1">
        <a:defRPr sz="1548" kern="1200">
          <a:solidFill>
            <a:schemeClr val="tx1"/>
          </a:solidFill>
          <a:latin typeface="+mn-lt"/>
          <a:ea typeface="+mn-ea"/>
          <a:cs typeface="+mn-cs"/>
        </a:defRPr>
      </a:lvl8pPr>
      <a:lvl9pPr marL="3145170" algn="l" defTabSz="786293" rtl="0" eaLnBrk="1" latinLnBrk="0" hangingPunct="1">
        <a:defRPr sz="15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E3EEC88A-DDE0-44F5-D729-24B899B3F2F1}"/>
              </a:ext>
            </a:extLst>
          </p:cNvPr>
          <p:cNvSpPr/>
          <p:nvPr/>
        </p:nvSpPr>
        <p:spPr>
          <a:xfrm>
            <a:off x="53508" y="53975"/>
            <a:ext cx="7755875" cy="67246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6D9A2B71-F566-F77B-D876-FAE883A6E983}"/>
              </a:ext>
            </a:extLst>
          </p:cNvPr>
          <p:cNvSpPr/>
          <p:nvPr/>
        </p:nvSpPr>
        <p:spPr>
          <a:xfrm>
            <a:off x="821015" y="2873721"/>
            <a:ext cx="6220854" cy="3597009"/>
          </a:xfrm>
          <a:prstGeom prst="ellipse">
            <a:avLst/>
          </a:prstGeom>
          <a:solidFill>
            <a:srgbClr val="A6C3D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0A07671-37D2-51BD-B392-1F81F971D3AA}"/>
              </a:ext>
            </a:extLst>
          </p:cNvPr>
          <p:cNvSpPr/>
          <p:nvPr/>
        </p:nvSpPr>
        <p:spPr>
          <a:xfrm>
            <a:off x="626388" y="1347879"/>
            <a:ext cx="2232748" cy="1112708"/>
          </a:xfrm>
          <a:prstGeom prst="ellipse">
            <a:avLst/>
          </a:prstGeom>
          <a:solidFill>
            <a:srgbClr val="E1EBF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8BB5220-EC57-96DF-FCA3-CAB65BA5945A}"/>
              </a:ext>
            </a:extLst>
          </p:cNvPr>
          <p:cNvSpPr txBox="1"/>
          <p:nvPr/>
        </p:nvSpPr>
        <p:spPr>
          <a:xfrm>
            <a:off x="626388" y="1584830"/>
            <a:ext cx="2232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Hauptbetreuer</a:t>
            </a:r>
          </a:p>
          <a:p>
            <a:pPr algn="ctr"/>
            <a:r>
              <a:rPr lang="de-DE" sz="1600" dirty="0"/>
              <a:t>DI (FH) Günther Hutter</a:t>
            </a:r>
            <a:endParaRPr lang="de-AT" sz="1600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9C86DA0-7613-3E5E-72A4-C63DC399FFB9}"/>
              </a:ext>
            </a:extLst>
          </p:cNvPr>
          <p:cNvSpPr/>
          <p:nvPr/>
        </p:nvSpPr>
        <p:spPr>
          <a:xfrm>
            <a:off x="2815068" y="235171"/>
            <a:ext cx="2232748" cy="1112708"/>
          </a:xfrm>
          <a:prstGeom prst="ellipse">
            <a:avLst/>
          </a:prstGeom>
          <a:solidFill>
            <a:srgbClr val="E1EBF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B6E979D5-BDE5-B5FC-1047-BBC8BFBE15A3}"/>
              </a:ext>
            </a:extLst>
          </p:cNvPr>
          <p:cNvSpPr/>
          <p:nvPr/>
        </p:nvSpPr>
        <p:spPr>
          <a:xfrm>
            <a:off x="5003748" y="1347879"/>
            <a:ext cx="2232748" cy="1112708"/>
          </a:xfrm>
          <a:prstGeom prst="ellipse">
            <a:avLst/>
          </a:prstGeom>
          <a:solidFill>
            <a:srgbClr val="E1EBF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A600A00-23C3-DBC6-8FA0-E21F465EE1A1}"/>
              </a:ext>
            </a:extLst>
          </p:cNvPr>
          <p:cNvSpPr txBox="1"/>
          <p:nvPr/>
        </p:nvSpPr>
        <p:spPr>
          <a:xfrm>
            <a:off x="5003748" y="1584829"/>
            <a:ext cx="2232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Nebenbetreuer</a:t>
            </a:r>
          </a:p>
          <a:p>
            <a:pPr algn="ctr"/>
            <a:r>
              <a:rPr lang="en-US" sz="1600" dirty="0"/>
              <a:t>DI Dr. Thomas Messner</a:t>
            </a:r>
            <a:endParaRPr lang="de-AT" sz="16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AA666AA-3E09-1D7D-D0E3-4CFC0682C2AE}"/>
              </a:ext>
            </a:extLst>
          </p:cNvPr>
          <p:cNvSpPr txBox="1"/>
          <p:nvPr/>
        </p:nvSpPr>
        <p:spPr>
          <a:xfrm>
            <a:off x="2815068" y="501101"/>
            <a:ext cx="2232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Projektauftraggeber</a:t>
            </a:r>
          </a:p>
          <a:p>
            <a:pPr algn="ctr"/>
            <a:r>
              <a:rPr lang="en-US" sz="1600" dirty="0"/>
              <a:t>HTL Leoben</a:t>
            </a:r>
            <a:endParaRPr lang="de-AT" sz="1600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1C363176-9AFE-DB1E-1284-861FE89639EE}"/>
              </a:ext>
            </a:extLst>
          </p:cNvPr>
          <p:cNvSpPr/>
          <p:nvPr/>
        </p:nvSpPr>
        <p:spPr>
          <a:xfrm>
            <a:off x="2815068" y="3139088"/>
            <a:ext cx="2232748" cy="1112708"/>
          </a:xfrm>
          <a:prstGeom prst="ellipse">
            <a:avLst/>
          </a:prstGeom>
          <a:solidFill>
            <a:srgbClr val="E1EBF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A99BD75F-B369-CCE2-2959-2A13C4C09193}"/>
              </a:ext>
            </a:extLst>
          </p:cNvPr>
          <p:cNvSpPr txBox="1"/>
          <p:nvPr/>
        </p:nvSpPr>
        <p:spPr>
          <a:xfrm>
            <a:off x="2815068" y="3405018"/>
            <a:ext cx="2232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Projektleiter</a:t>
            </a:r>
          </a:p>
          <a:p>
            <a:pPr algn="ctr"/>
            <a:r>
              <a:rPr lang="en-US" sz="1600" dirty="0"/>
              <a:t>Nikita C. M. Schaar</a:t>
            </a:r>
            <a:endParaRPr lang="de-AT" sz="1600" dirty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7339D321-1A96-1BB9-6FF4-F223AFBFE675}"/>
              </a:ext>
            </a:extLst>
          </p:cNvPr>
          <p:cNvSpPr/>
          <p:nvPr/>
        </p:nvSpPr>
        <p:spPr>
          <a:xfrm>
            <a:off x="4443728" y="4517165"/>
            <a:ext cx="2232748" cy="1112708"/>
          </a:xfrm>
          <a:prstGeom prst="ellipse">
            <a:avLst/>
          </a:prstGeom>
          <a:solidFill>
            <a:srgbClr val="E1EBF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6A0E82C-71A7-A5BE-A71E-4B2226BC027E}"/>
              </a:ext>
            </a:extLst>
          </p:cNvPr>
          <p:cNvSpPr txBox="1"/>
          <p:nvPr/>
        </p:nvSpPr>
        <p:spPr>
          <a:xfrm>
            <a:off x="4443728" y="4783095"/>
            <a:ext cx="2232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Projektmitglied</a:t>
            </a:r>
          </a:p>
          <a:p>
            <a:pPr algn="ctr"/>
            <a:r>
              <a:rPr lang="de-DE" sz="1600" dirty="0"/>
              <a:t>Luan </a:t>
            </a:r>
            <a:r>
              <a:rPr lang="de-DE" sz="1600" dirty="0" err="1"/>
              <a:t>Lanzmaier</a:t>
            </a:r>
            <a:endParaRPr lang="de-AT" sz="1600" dirty="0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703C4075-5AA4-DD5F-BA93-ADC884E36D1E}"/>
              </a:ext>
            </a:extLst>
          </p:cNvPr>
          <p:cNvSpPr/>
          <p:nvPr/>
        </p:nvSpPr>
        <p:spPr>
          <a:xfrm>
            <a:off x="1186413" y="4517165"/>
            <a:ext cx="2232748" cy="1112708"/>
          </a:xfrm>
          <a:prstGeom prst="ellipse">
            <a:avLst/>
          </a:prstGeom>
          <a:solidFill>
            <a:srgbClr val="E1EBF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21DEDAC-7DD0-ED41-2091-22595814229C}"/>
              </a:ext>
            </a:extLst>
          </p:cNvPr>
          <p:cNvSpPr txBox="1"/>
          <p:nvPr/>
        </p:nvSpPr>
        <p:spPr>
          <a:xfrm>
            <a:off x="1186413" y="4783095"/>
            <a:ext cx="2232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Projektmitglied</a:t>
            </a:r>
          </a:p>
          <a:p>
            <a:pPr algn="ctr"/>
            <a:r>
              <a:rPr lang="de-DE" sz="1600" dirty="0"/>
              <a:t>André Rath</a:t>
            </a:r>
            <a:endParaRPr lang="de-AT" sz="1600" dirty="0"/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4B86AC0E-9649-C125-C89D-82258FE925BE}"/>
              </a:ext>
            </a:extLst>
          </p:cNvPr>
          <p:cNvCxnSpPr>
            <a:stCxn id="10" idx="4"/>
            <a:endCxn id="4" idx="0"/>
          </p:cNvCxnSpPr>
          <p:nvPr/>
        </p:nvCxnSpPr>
        <p:spPr>
          <a:xfrm>
            <a:off x="3931442" y="1347879"/>
            <a:ext cx="0" cy="15258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0BE11D0C-677C-4CE1-0A8A-C934FE8575E7}"/>
              </a:ext>
            </a:extLst>
          </p:cNvPr>
          <p:cNvCxnSpPr>
            <a:cxnSpLocks/>
          </p:cNvCxnSpPr>
          <p:nvPr/>
        </p:nvCxnSpPr>
        <p:spPr>
          <a:xfrm rot="-2700000" flipH="1">
            <a:off x="1937456" y="2326732"/>
            <a:ext cx="10724" cy="9399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276A1D50-DF69-E34A-5D61-120A02F55AB7}"/>
              </a:ext>
            </a:extLst>
          </p:cNvPr>
          <p:cNvCxnSpPr>
            <a:cxnSpLocks/>
          </p:cNvCxnSpPr>
          <p:nvPr/>
        </p:nvCxnSpPr>
        <p:spPr>
          <a:xfrm rot="2700000">
            <a:off x="5865050" y="2326733"/>
            <a:ext cx="10724" cy="9399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375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30</Words>
  <Application>Microsoft Office PowerPoint</Application>
  <PresentationFormat>Benutzerdefiniert</PresentationFormat>
  <Paragraphs>13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Schaar Nikita</dc:creator>
  <cp:lastModifiedBy>Schaar Nikita</cp:lastModifiedBy>
  <cp:revision>10</cp:revision>
  <dcterms:created xsi:type="dcterms:W3CDTF">2026-02-20T11:19:09Z</dcterms:created>
  <dcterms:modified xsi:type="dcterms:W3CDTF">2026-02-21T13:15:18Z</dcterms:modified>
</cp:coreProperties>
</file>