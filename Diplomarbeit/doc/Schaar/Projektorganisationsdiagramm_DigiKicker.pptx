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EBF3"/>
    <a:srgbClr val="A6C3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0050D-EFD3-450D-ABD5-0019C5970CF9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9D8306-3BEF-4B61-8324-181FECC649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82394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9D8306-3BEF-4B61-8324-181FECC649CB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88240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AEB34F-2832-B3EC-6EE6-342C463BC3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35C162-57BC-FB02-73A9-472A1DEC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EC7915B-C8A8-A435-98FE-E58FAC18C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589FFEB-77EF-5FF6-EBF3-61A37444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50ADE0-9A27-0129-1840-D12707CF4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44571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86BF3-E81D-5364-AA95-4166D6BED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BE461C-3C4A-57F4-ED98-E04242D6C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746ABF-5D3B-8553-7537-132A27C6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95D137-C7D6-9E48-ACD0-3EC1E719C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BE35E4D-7674-B2AF-DF57-CB124AC8C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2974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343A28-F1C9-0AD2-6667-7EEBC8077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6A306D-601D-AF7C-5F62-6D6A7A61CA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C41551-00E7-CB90-7DD3-1074BBF28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68ECF6-3A12-E596-9C1E-7B4B895A6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F80146-D3CF-4807-64F8-58BC0F4F2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78710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A88E78-DB80-5F0C-530F-242968931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3D86EA-E94B-DB8B-C709-787BC3F84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C45F3AA-759A-DE50-2F1F-F718EE1DC8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7D32C55-7658-AB90-CCF8-6A92932D5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8AE371A-2BCA-D79E-926B-DD7E80D06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3B863C-8DE1-5D7D-5B6D-F2DD42845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5284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EDBBA6-1E05-7BBE-FA59-3451EF0A1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FE8E9C-D788-D296-80A6-1B5919A96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6418C35-4FD2-276B-78E2-C1690669C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FB7A036-98A5-CE04-85DF-1A5175E99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A673CDD-BC06-3548-C4DD-90670B2EBA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DCE3F4E-D58C-727A-1D5B-F3FE6A781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D423DB9-D83C-17FE-B549-4437E78FE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3DEB2FD-18AA-11C9-51AE-10AFDA555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40586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D139C7-0C9B-D9C4-F01D-EE8C4C5F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157FD1A-B8BA-667A-BD12-2A97FD225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CF175B-2117-EFBF-DAA3-33F1DEA2F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C6C972-4FB9-AD18-F442-CC6104D97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96411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DF12404-9403-922C-A784-99A756D4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FB2C5E9-1307-3CAF-109F-E8436452A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FDB9DD-7AE6-3D4C-1D51-FF828E58E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00579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A4E22C-58B8-363F-E5CE-AD86BBA0E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217904-525B-A821-EE89-B9B05F56D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6ACAE6E-F20F-AF63-5256-6BC00165F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B8214D-3468-39C2-EEA7-259FFEBAB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BDD81B-9C0C-C23D-C889-1552768D4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7C1F756-7920-5768-81F9-8AC8A0742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38654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AFE45A-83FE-F8CC-BAC1-81F9ECD2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7956800-592C-0133-694C-FBDB749199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E5DCB5-3945-E0F6-AE14-51FF898B9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30A219-7539-75F4-3F8E-873DE20DD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5E8A6D-399E-69E4-8A19-56DA25CB6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51609F-C226-1420-0938-5E115BCBA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8410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C3DC29-FF02-6F70-2441-8748C792E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C2DCD4-9928-66E2-14A4-8A4E95AE5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A20518-AB73-96E0-02FA-09FB28682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2DA9B2-5362-1689-AA1B-338742D16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9367-E66D-F03A-DB42-AA14E2B3A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746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F4BF16B-B526-798E-D4A0-92E8D94FE4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C9B4D5-5F15-03AB-4273-01DD32698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B6D2FB-46C5-D9FA-B7F3-645255A4C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22BCE7F-E0F8-461C-9022-CDE78FE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14C524-B714-2AFD-4729-016D3C04D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38561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51F3AD5-A8A3-2D54-5FA5-3A771777C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0562B3E-D777-1625-EDC4-7FEBA9AE0C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AFE24B7-9445-26A3-EBB4-4B919F6C24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4C2A6E-34C0-4481-B3D7-04230C49192B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64A9BB-97DB-F80E-2412-C813FCB3EF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033E02-80BF-7EE2-6F86-57ABF3E407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8638FA-7D75-4FDB-B653-8636B7B9034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2396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E3EEC88A-DDE0-44F5-D729-24B899B3F2F1}"/>
              </a:ext>
            </a:extLst>
          </p:cNvPr>
          <p:cNvSpPr/>
          <p:nvPr/>
        </p:nvSpPr>
        <p:spPr>
          <a:xfrm>
            <a:off x="2218062" y="66675"/>
            <a:ext cx="7755875" cy="672465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6D9A2B71-F566-F77B-D876-FAE883A6E983}"/>
              </a:ext>
            </a:extLst>
          </p:cNvPr>
          <p:cNvSpPr/>
          <p:nvPr/>
        </p:nvSpPr>
        <p:spPr>
          <a:xfrm>
            <a:off x="2985571" y="2886419"/>
            <a:ext cx="6220854" cy="3597009"/>
          </a:xfrm>
          <a:prstGeom prst="ellipse">
            <a:avLst/>
          </a:prstGeom>
          <a:solidFill>
            <a:srgbClr val="A6C3DD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0A07671-37D2-51BD-B392-1F81F971D3AA}"/>
              </a:ext>
            </a:extLst>
          </p:cNvPr>
          <p:cNvSpPr/>
          <p:nvPr/>
        </p:nvSpPr>
        <p:spPr>
          <a:xfrm>
            <a:off x="2790944" y="1360579"/>
            <a:ext cx="2232748" cy="1112708"/>
          </a:xfrm>
          <a:prstGeom prst="ellipse">
            <a:avLst/>
          </a:prstGeom>
          <a:solidFill>
            <a:srgbClr val="E1EBF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8BB5220-EC57-96DF-FCA3-CAB65BA5945A}"/>
              </a:ext>
            </a:extLst>
          </p:cNvPr>
          <p:cNvSpPr txBox="1"/>
          <p:nvPr/>
        </p:nvSpPr>
        <p:spPr>
          <a:xfrm>
            <a:off x="2790944" y="1597528"/>
            <a:ext cx="22327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/>
              <a:t>Hauptbetreuer</a:t>
            </a:r>
          </a:p>
          <a:p>
            <a:pPr algn="ctr"/>
            <a:r>
              <a:rPr lang="de-DE" sz="1600" dirty="0"/>
              <a:t>DI (FH) Günther Hutter</a:t>
            </a:r>
            <a:endParaRPr lang="de-AT" sz="1600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F9C86DA0-7613-3E5E-72A4-C63DC399FFB9}"/>
              </a:ext>
            </a:extLst>
          </p:cNvPr>
          <p:cNvSpPr/>
          <p:nvPr/>
        </p:nvSpPr>
        <p:spPr>
          <a:xfrm>
            <a:off x="4979624" y="247871"/>
            <a:ext cx="2232748" cy="1112708"/>
          </a:xfrm>
          <a:prstGeom prst="ellipse">
            <a:avLst/>
          </a:prstGeom>
          <a:solidFill>
            <a:srgbClr val="E1EBF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solidFill>
                <a:schemeClr val="tx1"/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B6E979D5-BDE5-B5FC-1047-BBC8BFBE15A3}"/>
              </a:ext>
            </a:extLst>
          </p:cNvPr>
          <p:cNvSpPr/>
          <p:nvPr/>
        </p:nvSpPr>
        <p:spPr>
          <a:xfrm>
            <a:off x="7168304" y="1360579"/>
            <a:ext cx="2232748" cy="1112708"/>
          </a:xfrm>
          <a:prstGeom prst="ellipse">
            <a:avLst/>
          </a:prstGeom>
          <a:solidFill>
            <a:srgbClr val="E1EBF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solidFill>
                <a:schemeClr val="tx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A600A00-23C3-DBC6-8FA0-E21F465EE1A1}"/>
              </a:ext>
            </a:extLst>
          </p:cNvPr>
          <p:cNvSpPr txBox="1"/>
          <p:nvPr/>
        </p:nvSpPr>
        <p:spPr>
          <a:xfrm>
            <a:off x="7168304" y="1597527"/>
            <a:ext cx="22327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/>
              <a:t>Nebenbetreuer</a:t>
            </a:r>
          </a:p>
          <a:p>
            <a:pPr algn="ctr"/>
            <a:r>
              <a:rPr lang="en-US" sz="1600" dirty="0"/>
              <a:t>DI Dr. Thomas Messner</a:t>
            </a:r>
            <a:endParaRPr lang="de-AT" sz="1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AA666AA-3E09-1D7D-D0E3-4CFC0682C2AE}"/>
              </a:ext>
            </a:extLst>
          </p:cNvPr>
          <p:cNvSpPr txBox="1"/>
          <p:nvPr/>
        </p:nvSpPr>
        <p:spPr>
          <a:xfrm>
            <a:off x="4979624" y="513799"/>
            <a:ext cx="22327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/>
              <a:t>Projektauftraggeber</a:t>
            </a:r>
          </a:p>
          <a:p>
            <a:pPr algn="ctr"/>
            <a:r>
              <a:rPr lang="en-US" sz="1600" dirty="0"/>
              <a:t>HTL Leoben</a:t>
            </a:r>
            <a:endParaRPr lang="de-AT" sz="1600" dirty="0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1C363176-9AFE-DB1E-1284-861FE89639EE}"/>
              </a:ext>
            </a:extLst>
          </p:cNvPr>
          <p:cNvSpPr/>
          <p:nvPr/>
        </p:nvSpPr>
        <p:spPr>
          <a:xfrm>
            <a:off x="4979624" y="3151788"/>
            <a:ext cx="2232748" cy="1112708"/>
          </a:xfrm>
          <a:prstGeom prst="ellipse">
            <a:avLst/>
          </a:prstGeom>
          <a:solidFill>
            <a:srgbClr val="E1EBF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solidFill>
                <a:schemeClr val="tx1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99BD75F-B369-CCE2-2959-2A13C4C09193}"/>
              </a:ext>
            </a:extLst>
          </p:cNvPr>
          <p:cNvSpPr txBox="1"/>
          <p:nvPr/>
        </p:nvSpPr>
        <p:spPr>
          <a:xfrm>
            <a:off x="4979624" y="3417716"/>
            <a:ext cx="22327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/>
              <a:t>Projektleiter</a:t>
            </a:r>
          </a:p>
          <a:p>
            <a:pPr algn="ctr"/>
            <a:r>
              <a:rPr lang="en-US" sz="1600" dirty="0"/>
              <a:t>Nikita C. M. Schaar</a:t>
            </a:r>
            <a:endParaRPr lang="de-AT" sz="16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7339D321-1A96-1BB9-6FF4-F223AFBFE675}"/>
              </a:ext>
            </a:extLst>
          </p:cNvPr>
          <p:cNvSpPr/>
          <p:nvPr/>
        </p:nvSpPr>
        <p:spPr>
          <a:xfrm>
            <a:off x="6608284" y="4529865"/>
            <a:ext cx="2232748" cy="1112708"/>
          </a:xfrm>
          <a:prstGeom prst="ellipse">
            <a:avLst/>
          </a:prstGeom>
          <a:solidFill>
            <a:srgbClr val="E1EBF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6A0E82C-71A7-A5BE-A71E-4B2226BC027E}"/>
              </a:ext>
            </a:extLst>
          </p:cNvPr>
          <p:cNvSpPr txBox="1"/>
          <p:nvPr/>
        </p:nvSpPr>
        <p:spPr>
          <a:xfrm>
            <a:off x="6608284" y="4795793"/>
            <a:ext cx="22327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/>
              <a:t>Projektmitglied</a:t>
            </a:r>
          </a:p>
          <a:p>
            <a:pPr algn="ctr"/>
            <a:r>
              <a:rPr lang="de-DE" sz="1600" dirty="0"/>
              <a:t>Luan </a:t>
            </a:r>
            <a:r>
              <a:rPr lang="de-DE" sz="1600" dirty="0" err="1"/>
              <a:t>Lanzmaier</a:t>
            </a:r>
            <a:endParaRPr lang="de-AT" sz="1600" dirty="0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703C4075-5AA4-DD5F-BA93-ADC884E36D1E}"/>
              </a:ext>
            </a:extLst>
          </p:cNvPr>
          <p:cNvSpPr/>
          <p:nvPr/>
        </p:nvSpPr>
        <p:spPr>
          <a:xfrm>
            <a:off x="3350969" y="4529865"/>
            <a:ext cx="2232748" cy="1112708"/>
          </a:xfrm>
          <a:prstGeom prst="ellipse">
            <a:avLst/>
          </a:prstGeom>
          <a:solidFill>
            <a:srgbClr val="E1EBF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solidFill>
                <a:schemeClr val="tx1"/>
              </a:solidFill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21DEDAC-7DD0-ED41-2091-22595814229C}"/>
              </a:ext>
            </a:extLst>
          </p:cNvPr>
          <p:cNvSpPr txBox="1"/>
          <p:nvPr/>
        </p:nvSpPr>
        <p:spPr>
          <a:xfrm>
            <a:off x="3350969" y="4795793"/>
            <a:ext cx="22327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/>
              <a:t>Projektmitglied</a:t>
            </a:r>
          </a:p>
          <a:p>
            <a:pPr algn="ctr"/>
            <a:r>
              <a:rPr lang="de-DE" sz="1600" dirty="0"/>
              <a:t>André Rath</a:t>
            </a:r>
            <a:endParaRPr lang="de-AT" sz="1600" dirty="0"/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4B86AC0E-9649-C125-C89D-82258FE925BE}"/>
              </a:ext>
            </a:extLst>
          </p:cNvPr>
          <p:cNvCxnSpPr>
            <a:stCxn id="10" idx="4"/>
            <a:endCxn id="4" idx="0"/>
          </p:cNvCxnSpPr>
          <p:nvPr/>
        </p:nvCxnSpPr>
        <p:spPr>
          <a:xfrm>
            <a:off x="6095998" y="1360579"/>
            <a:ext cx="0" cy="15258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BE11D0C-677C-4CE1-0A8A-C934FE8575E7}"/>
              </a:ext>
            </a:extLst>
          </p:cNvPr>
          <p:cNvCxnSpPr>
            <a:cxnSpLocks/>
          </p:cNvCxnSpPr>
          <p:nvPr/>
        </p:nvCxnSpPr>
        <p:spPr>
          <a:xfrm rot="-2700000" flipH="1">
            <a:off x="4102012" y="2339432"/>
            <a:ext cx="10724" cy="93990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276A1D50-DF69-E34A-5D61-120A02F55AB7}"/>
              </a:ext>
            </a:extLst>
          </p:cNvPr>
          <p:cNvCxnSpPr>
            <a:cxnSpLocks/>
          </p:cNvCxnSpPr>
          <p:nvPr/>
        </p:nvCxnSpPr>
        <p:spPr>
          <a:xfrm rot="2700000">
            <a:off x="8029606" y="2339433"/>
            <a:ext cx="10724" cy="93990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375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Microsoft Office PowerPoint</Application>
  <PresentationFormat>Breitbild</PresentationFormat>
  <Paragraphs>13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Schaar Nikita</dc:creator>
  <cp:lastModifiedBy>Schaar Nikita</cp:lastModifiedBy>
  <cp:revision>9</cp:revision>
  <dcterms:created xsi:type="dcterms:W3CDTF">2026-02-20T11:19:09Z</dcterms:created>
  <dcterms:modified xsi:type="dcterms:W3CDTF">2026-02-20T11:50:29Z</dcterms:modified>
</cp:coreProperties>
</file>